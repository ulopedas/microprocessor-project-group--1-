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Actor" panose="020B0604020202020204" charset="0"/>
      <p:regular r:id="rId12"/>
    </p:embeddedFont>
    <p:embeddedFont>
      <p:font typeface="Anaheim" panose="020B0604020202020204" charset="0"/>
      <p:regular r:id="rId13"/>
      <p:bold r:id="rId14"/>
    </p:embeddedFont>
    <p:embeddedFont>
      <p:font typeface="Bebas Neue" panose="020B0606020202050201" pitchFamily="3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ormorant Garamond" panose="020B0604020202020204" charset="0"/>
      <p:regular r:id="rId20"/>
      <p:bold r:id="rId21"/>
      <p:italic r:id="rId22"/>
      <p:boldItalic r:id="rId23"/>
    </p:embeddedFont>
    <p:embeddedFont>
      <p:font typeface="Nunito Light" pitchFamily="2" charset="0"/>
      <p:regular r:id="rId24"/>
    </p:embeddedFont>
    <p:embeddedFont>
      <p:font typeface="PT Sans" panose="020B0503020203020204" pitchFamily="34" charset="0"/>
      <p:regular r:id="rId25"/>
      <p:bold r:id="rId26"/>
      <p:italic r:id="rId27"/>
      <p:boldItalic r:id="rId28"/>
    </p:embeddedFont>
    <p:embeddedFont>
      <p:font typeface="Roboto Mono" panose="00000009000000000000" pitchFamily="49" charset="0"/>
      <p:regular r:id="rId29"/>
      <p:bold r:id="rId30"/>
      <p:italic r:id="rId31"/>
      <p:boldItalic r:id="rId32"/>
    </p:embeddedFont>
    <p:embeddedFont>
      <p:font typeface="Roboto Mono Medium" panose="00000009000000000000" pitchFamily="49" charset="0"/>
      <p:regular r:id="rId33"/>
      <p:bold r:id="rId34"/>
      <p:italic r:id="rId35"/>
      <p:boldItalic r:id="rId36"/>
    </p:embeddedFont>
    <p:embeddedFont>
      <p:font typeface="Roboto Mono SemiBold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5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9" Type="http://schemas.openxmlformats.org/officeDocument/2006/relationships/font" Target="fonts/font28.fntdata"/><Relationship Id="rId21" Type="http://schemas.openxmlformats.org/officeDocument/2006/relationships/font" Target="fonts/font10.fntdata"/><Relationship Id="rId34" Type="http://schemas.openxmlformats.org/officeDocument/2006/relationships/font" Target="fonts/font2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font" Target="fonts/font26.fntdata"/><Relationship Id="rId40" Type="http://schemas.openxmlformats.org/officeDocument/2006/relationships/font" Target="fonts/font29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font" Target="fonts/font25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font" Target="fonts/font2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38" Type="http://schemas.openxmlformats.org/officeDocument/2006/relationships/font" Target="fonts/font2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e27f3d9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e27f3d9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192ab160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192ab160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44550" y="2713325"/>
            <a:ext cx="6654900" cy="1415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244550" y="4099585"/>
            <a:ext cx="6654900" cy="4539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331050" y="315300"/>
            <a:ext cx="8481900" cy="451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>
            <a:spLocks noGrp="1"/>
          </p:cNvSpPr>
          <p:nvPr>
            <p:ph type="pic" idx="2"/>
          </p:nvPr>
        </p:nvSpPr>
        <p:spPr>
          <a:xfrm>
            <a:off x="331050" y="315300"/>
            <a:ext cx="8481900" cy="45129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59205" y="3453800"/>
            <a:ext cx="4105200" cy="700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3" hasCustomPrompt="1"/>
          </p:nvPr>
        </p:nvSpPr>
        <p:spPr>
          <a:xfrm>
            <a:off x="1879600" y="3453800"/>
            <a:ext cx="1279500" cy="1143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56050" y="4153999"/>
            <a:ext cx="4105200" cy="442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720000" y="1182350"/>
            <a:ext cx="3840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2"/>
          </p:nvPr>
        </p:nvSpPr>
        <p:spPr>
          <a:xfrm>
            <a:off x="4589875" y="1182350"/>
            <a:ext cx="3840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u="sng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6455690" y="3136937"/>
            <a:ext cx="197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713114" y="3136937"/>
            <a:ext cx="1975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6455683" y="2249515"/>
            <a:ext cx="1975200" cy="88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713112" y="2249515"/>
            <a:ext cx="1975200" cy="88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4627175" y="814225"/>
            <a:ext cx="3803700" cy="12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4627175" y="2030975"/>
            <a:ext cx="38037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>
            <a:spLocks noGrp="1"/>
          </p:cNvSpPr>
          <p:nvPr>
            <p:ph type="pic" idx="2"/>
          </p:nvPr>
        </p:nvSpPr>
        <p:spPr>
          <a:xfrm>
            <a:off x="331050" y="315300"/>
            <a:ext cx="3803700" cy="451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>
            <a:spLocks noGrp="1"/>
          </p:cNvSpPr>
          <p:nvPr>
            <p:ph type="pic" idx="2"/>
          </p:nvPr>
        </p:nvSpPr>
        <p:spPr>
          <a:xfrm>
            <a:off x="331050" y="315300"/>
            <a:ext cx="8481900" cy="45129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1813200" y="1398150"/>
            <a:ext cx="5517600" cy="2347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>
            <a:spLocks noGrp="1"/>
          </p:cNvSpPr>
          <p:nvPr>
            <p:ph type="pic" idx="2"/>
          </p:nvPr>
        </p:nvSpPr>
        <p:spPr>
          <a:xfrm>
            <a:off x="331050" y="315300"/>
            <a:ext cx="8481900" cy="4512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1933125" y="1505850"/>
            <a:ext cx="5277900" cy="1460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1933125" y="2966550"/>
            <a:ext cx="5277900" cy="671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>
            <a:spLocks noGrp="1"/>
          </p:cNvSpPr>
          <p:nvPr>
            <p:ph type="pic" idx="2"/>
          </p:nvPr>
        </p:nvSpPr>
        <p:spPr>
          <a:xfrm>
            <a:off x="331050" y="315300"/>
            <a:ext cx="8481900" cy="45129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3657775" y="3515550"/>
            <a:ext cx="4773000" cy="1071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>
            <a:spLocks noGrp="1"/>
          </p:cNvSpPr>
          <p:nvPr>
            <p:ph type="pic" idx="2"/>
          </p:nvPr>
        </p:nvSpPr>
        <p:spPr>
          <a:xfrm>
            <a:off x="331050" y="315300"/>
            <a:ext cx="8481900" cy="45129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262763" y="2689200"/>
            <a:ext cx="4618500" cy="1417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2262738" y="4106900"/>
            <a:ext cx="4618500" cy="497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3613450" y="445025"/>
            <a:ext cx="481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1"/>
          </p:nvPr>
        </p:nvSpPr>
        <p:spPr>
          <a:xfrm>
            <a:off x="3613450" y="2237904"/>
            <a:ext cx="23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2"/>
          </p:nvPr>
        </p:nvSpPr>
        <p:spPr>
          <a:xfrm>
            <a:off x="6115235" y="2237904"/>
            <a:ext cx="23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3"/>
          </p:nvPr>
        </p:nvSpPr>
        <p:spPr>
          <a:xfrm>
            <a:off x="6115240" y="4030773"/>
            <a:ext cx="23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4"/>
          </p:nvPr>
        </p:nvSpPr>
        <p:spPr>
          <a:xfrm>
            <a:off x="3613450" y="4030798"/>
            <a:ext cx="23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5" hasCustomPrompt="1"/>
          </p:nvPr>
        </p:nvSpPr>
        <p:spPr>
          <a:xfrm>
            <a:off x="3613450" y="1153100"/>
            <a:ext cx="7713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6" hasCustomPrompt="1"/>
          </p:nvPr>
        </p:nvSpPr>
        <p:spPr>
          <a:xfrm>
            <a:off x="6115235" y="2945971"/>
            <a:ext cx="7713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7" hasCustomPrompt="1"/>
          </p:nvPr>
        </p:nvSpPr>
        <p:spPr>
          <a:xfrm>
            <a:off x="6115235" y="1153100"/>
            <a:ext cx="7713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8" hasCustomPrompt="1"/>
          </p:nvPr>
        </p:nvSpPr>
        <p:spPr>
          <a:xfrm>
            <a:off x="3613450" y="2945989"/>
            <a:ext cx="7713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9"/>
          </p:nvPr>
        </p:nvSpPr>
        <p:spPr>
          <a:xfrm>
            <a:off x="3613450" y="1753103"/>
            <a:ext cx="2308800" cy="48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3"/>
          </p:nvPr>
        </p:nvSpPr>
        <p:spPr>
          <a:xfrm>
            <a:off x="6115238" y="1753103"/>
            <a:ext cx="2308800" cy="48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4"/>
          </p:nvPr>
        </p:nvSpPr>
        <p:spPr>
          <a:xfrm>
            <a:off x="3613450" y="3545967"/>
            <a:ext cx="2308800" cy="48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5"/>
          </p:nvPr>
        </p:nvSpPr>
        <p:spPr>
          <a:xfrm>
            <a:off x="6115238" y="3546032"/>
            <a:ext cx="2308800" cy="48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>
            <a:spLocks noGrp="1"/>
          </p:cNvSpPr>
          <p:nvPr>
            <p:ph type="pic" idx="16"/>
          </p:nvPr>
        </p:nvSpPr>
        <p:spPr>
          <a:xfrm>
            <a:off x="331050" y="315300"/>
            <a:ext cx="2790300" cy="451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4162701" y="4056625"/>
            <a:ext cx="4268100" cy="406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1"/>
          </p:nvPr>
        </p:nvSpPr>
        <p:spPr>
          <a:xfrm>
            <a:off x="4162475" y="539500"/>
            <a:ext cx="4268100" cy="321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6" name="Google Shape;66;p14"/>
          <p:cNvSpPr>
            <a:spLocks noGrp="1"/>
          </p:cNvSpPr>
          <p:nvPr>
            <p:ph type="pic" idx="2"/>
          </p:nvPr>
        </p:nvSpPr>
        <p:spPr>
          <a:xfrm>
            <a:off x="331050" y="315300"/>
            <a:ext cx="3409500" cy="451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713225" y="985613"/>
            <a:ext cx="3294900" cy="22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713225" y="3319087"/>
            <a:ext cx="32949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>
            <a:spLocks noGrp="1"/>
          </p:cNvSpPr>
          <p:nvPr>
            <p:ph type="pic" idx="2"/>
          </p:nvPr>
        </p:nvSpPr>
        <p:spPr>
          <a:xfrm>
            <a:off x="4424400" y="315300"/>
            <a:ext cx="4388700" cy="451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1892925" y="1826225"/>
            <a:ext cx="2689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1892925" y="2322725"/>
            <a:ext cx="2689500" cy="9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5202325" y="2259675"/>
            <a:ext cx="3228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5202475" y="2756175"/>
            <a:ext cx="3228300" cy="7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>
            <a:spLocks noGrp="1"/>
          </p:cNvSpPr>
          <p:nvPr>
            <p:ph type="title"/>
          </p:nvPr>
        </p:nvSpPr>
        <p:spPr>
          <a:xfrm>
            <a:off x="2289150" y="3534800"/>
            <a:ext cx="456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ubTitle" idx="1"/>
          </p:nvPr>
        </p:nvSpPr>
        <p:spPr>
          <a:xfrm>
            <a:off x="2289150" y="4031300"/>
            <a:ext cx="456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4_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689900" cy="10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ubTitle" idx="1"/>
          </p:nvPr>
        </p:nvSpPr>
        <p:spPr>
          <a:xfrm>
            <a:off x="713225" y="2227222"/>
            <a:ext cx="3529800" cy="8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ubTitle" idx="2"/>
          </p:nvPr>
        </p:nvSpPr>
        <p:spPr>
          <a:xfrm>
            <a:off x="713225" y="3664700"/>
            <a:ext cx="3529800" cy="8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3"/>
          </p:nvPr>
        </p:nvSpPr>
        <p:spPr>
          <a:xfrm>
            <a:off x="713225" y="3310101"/>
            <a:ext cx="3529800" cy="430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subTitle" idx="4"/>
          </p:nvPr>
        </p:nvSpPr>
        <p:spPr>
          <a:xfrm>
            <a:off x="713225" y="1872625"/>
            <a:ext cx="3529800" cy="430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" name="Google Shape;92;p21"/>
          <p:cNvSpPr>
            <a:spLocks noGrp="1"/>
          </p:cNvSpPr>
          <p:nvPr>
            <p:ph type="pic" idx="5"/>
          </p:nvPr>
        </p:nvSpPr>
        <p:spPr>
          <a:xfrm>
            <a:off x="5860325" y="315300"/>
            <a:ext cx="2570400" cy="451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062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720000" y="3016200"/>
            <a:ext cx="3062100" cy="15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ubTitle" idx="2"/>
          </p:nvPr>
        </p:nvSpPr>
        <p:spPr>
          <a:xfrm>
            <a:off x="720000" y="1241862"/>
            <a:ext cx="3062100" cy="15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>
            <a:spLocks noGrp="1"/>
          </p:cNvSpPr>
          <p:nvPr>
            <p:ph type="pic" idx="3"/>
          </p:nvPr>
        </p:nvSpPr>
        <p:spPr>
          <a:xfrm>
            <a:off x="4454375" y="2739525"/>
            <a:ext cx="4358700" cy="20886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22"/>
          <p:cNvSpPr>
            <a:spLocks noGrp="1"/>
          </p:cNvSpPr>
          <p:nvPr>
            <p:ph type="pic" idx="4"/>
          </p:nvPr>
        </p:nvSpPr>
        <p:spPr>
          <a:xfrm>
            <a:off x="4454375" y="315300"/>
            <a:ext cx="4358700" cy="2088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subTitle" idx="1"/>
          </p:nvPr>
        </p:nvSpPr>
        <p:spPr>
          <a:xfrm>
            <a:off x="713225" y="2538776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subTitle" idx="2"/>
          </p:nvPr>
        </p:nvSpPr>
        <p:spPr>
          <a:xfrm>
            <a:off x="3484350" y="2538776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subTitle" idx="3"/>
          </p:nvPr>
        </p:nvSpPr>
        <p:spPr>
          <a:xfrm>
            <a:off x="6255475" y="2538776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ubTitle" idx="4"/>
          </p:nvPr>
        </p:nvSpPr>
        <p:spPr>
          <a:xfrm>
            <a:off x="713225" y="2077375"/>
            <a:ext cx="2175300" cy="461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subTitle" idx="5"/>
          </p:nvPr>
        </p:nvSpPr>
        <p:spPr>
          <a:xfrm>
            <a:off x="3484350" y="2077375"/>
            <a:ext cx="2175300" cy="461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subTitle" idx="6"/>
          </p:nvPr>
        </p:nvSpPr>
        <p:spPr>
          <a:xfrm>
            <a:off x="6255475" y="2077375"/>
            <a:ext cx="2175300" cy="461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7" name="Google Shape;107;p23"/>
          <p:cNvSpPr>
            <a:spLocks noGrp="1"/>
          </p:cNvSpPr>
          <p:nvPr>
            <p:ph type="pic" idx="7"/>
          </p:nvPr>
        </p:nvSpPr>
        <p:spPr>
          <a:xfrm>
            <a:off x="331050" y="3289350"/>
            <a:ext cx="8481900" cy="153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title"/>
          </p:nvPr>
        </p:nvSpPr>
        <p:spPr>
          <a:xfrm>
            <a:off x="2424850" y="445025"/>
            <a:ext cx="600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ubTitle" idx="1"/>
          </p:nvPr>
        </p:nvSpPr>
        <p:spPr>
          <a:xfrm>
            <a:off x="3282850" y="2079775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ubTitle" idx="2"/>
          </p:nvPr>
        </p:nvSpPr>
        <p:spPr>
          <a:xfrm>
            <a:off x="6452576" y="2079775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subTitle" idx="3"/>
          </p:nvPr>
        </p:nvSpPr>
        <p:spPr>
          <a:xfrm>
            <a:off x="3282850" y="3675275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subTitle" idx="4"/>
          </p:nvPr>
        </p:nvSpPr>
        <p:spPr>
          <a:xfrm>
            <a:off x="6452576" y="3675275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subTitle" idx="5"/>
          </p:nvPr>
        </p:nvSpPr>
        <p:spPr>
          <a:xfrm>
            <a:off x="3282850" y="1679000"/>
            <a:ext cx="1978200" cy="400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subTitle" idx="6"/>
          </p:nvPr>
        </p:nvSpPr>
        <p:spPr>
          <a:xfrm>
            <a:off x="3282850" y="3274475"/>
            <a:ext cx="1978200" cy="400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subTitle" idx="7"/>
          </p:nvPr>
        </p:nvSpPr>
        <p:spPr>
          <a:xfrm>
            <a:off x="6452576" y="1679000"/>
            <a:ext cx="1978200" cy="400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subTitle" idx="8"/>
          </p:nvPr>
        </p:nvSpPr>
        <p:spPr>
          <a:xfrm>
            <a:off x="6452576" y="3274475"/>
            <a:ext cx="1978200" cy="400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24"/>
          <p:cNvSpPr>
            <a:spLocks noGrp="1"/>
          </p:cNvSpPr>
          <p:nvPr>
            <p:ph type="pic" idx="9"/>
          </p:nvPr>
        </p:nvSpPr>
        <p:spPr>
          <a:xfrm>
            <a:off x="331050" y="315300"/>
            <a:ext cx="1788900" cy="451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subTitle" idx="1"/>
          </p:nvPr>
        </p:nvSpPr>
        <p:spPr>
          <a:xfrm>
            <a:off x="715180" y="1756961"/>
            <a:ext cx="197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subTitle" idx="2"/>
          </p:nvPr>
        </p:nvSpPr>
        <p:spPr>
          <a:xfrm>
            <a:off x="3584400" y="1756961"/>
            <a:ext cx="197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subTitle" idx="3"/>
          </p:nvPr>
        </p:nvSpPr>
        <p:spPr>
          <a:xfrm>
            <a:off x="715180" y="2873536"/>
            <a:ext cx="197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subTitle" idx="4"/>
          </p:nvPr>
        </p:nvSpPr>
        <p:spPr>
          <a:xfrm>
            <a:off x="3584400" y="2873536"/>
            <a:ext cx="197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subTitle" idx="5"/>
          </p:nvPr>
        </p:nvSpPr>
        <p:spPr>
          <a:xfrm>
            <a:off x="6453620" y="1756961"/>
            <a:ext cx="197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subTitle" idx="6"/>
          </p:nvPr>
        </p:nvSpPr>
        <p:spPr>
          <a:xfrm>
            <a:off x="6453620" y="2873536"/>
            <a:ext cx="197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subTitle" idx="7"/>
          </p:nvPr>
        </p:nvSpPr>
        <p:spPr>
          <a:xfrm>
            <a:off x="715180" y="1379850"/>
            <a:ext cx="1978200" cy="377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subTitle" idx="8"/>
          </p:nvPr>
        </p:nvSpPr>
        <p:spPr>
          <a:xfrm>
            <a:off x="3582900" y="1379850"/>
            <a:ext cx="1978200" cy="377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subTitle" idx="9"/>
          </p:nvPr>
        </p:nvSpPr>
        <p:spPr>
          <a:xfrm>
            <a:off x="6450620" y="1379850"/>
            <a:ext cx="1978200" cy="377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13"/>
          </p:nvPr>
        </p:nvSpPr>
        <p:spPr>
          <a:xfrm>
            <a:off x="715180" y="2496438"/>
            <a:ext cx="1978200" cy="377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14"/>
          </p:nvPr>
        </p:nvSpPr>
        <p:spPr>
          <a:xfrm>
            <a:off x="3582900" y="2496438"/>
            <a:ext cx="1978200" cy="377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subTitle" idx="15"/>
          </p:nvPr>
        </p:nvSpPr>
        <p:spPr>
          <a:xfrm>
            <a:off x="6450620" y="2496438"/>
            <a:ext cx="1978200" cy="377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3" name="Google Shape;133;p25"/>
          <p:cNvSpPr>
            <a:spLocks noGrp="1"/>
          </p:cNvSpPr>
          <p:nvPr>
            <p:ph type="pic" idx="16"/>
          </p:nvPr>
        </p:nvSpPr>
        <p:spPr>
          <a:xfrm>
            <a:off x="522149" y="3674825"/>
            <a:ext cx="8099700" cy="11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>
            <a:spLocks noGrp="1"/>
          </p:cNvSpPr>
          <p:nvPr>
            <p:ph type="title" hasCustomPrompt="1"/>
          </p:nvPr>
        </p:nvSpPr>
        <p:spPr>
          <a:xfrm>
            <a:off x="4891175" y="539500"/>
            <a:ext cx="3539700" cy="768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6" name="Google Shape;136;p26"/>
          <p:cNvSpPr txBox="1">
            <a:spLocks noGrp="1"/>
          </p:cNvSpPr>
          <p:nvPr>
            <p:ph type="subTitle" idx="1"/>
          </p:nvPr>
        </p:nvSpPr>
        <p:spPr>
          <a:xfrm>
            <a:off x="4891175" y="1449899"/>
            <a:ext cx="3539700" cy="372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title" idx="2" hasCustomPrompt="1"/>
          </p:nvPr>
        </p:nvSpPr>
        <p:spPr>
          <a:xfrm>
            <a:off x="4891175" y="1926754"/>
            <a:ext cx="3539700" cy="768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8" name="Google Shape;138;p26"/>
          <p:cNvSpPr txBox="1">
            <a:spLocks noGrp="1"/>
          </p:cNvSpPr>
          <p:nvPr>
            <p:ph type="subTitle" idx="3"/>
          </p:nvPr>
        </p:nvSpPr>
        <p:spPr>
          <a:xfrm>
            <a:off x="4891175" y="2833512"/>
            <a:ext cx="3539700" cy="372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title" idx="4" hasCustomPrompt="1"/>
          </p:nvPr>
        </p:nvSpPr>
        <p:spPr>
          <a:xfrm>
            <a:off x="4891175" y="3314008"/>
            <a:ext cx="3539700" cy="768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26"/>
          <p:cNvSpPr txBox="1">
            <a:spLocks noGrp="1"/>
          </p:cNvSpPr>
          <p:nvPr>
            <p:ph type="subTitle" idx="5"/>
          </p:nvPr>
        </p:nvSpPr>
        <p:spPr>
          <a:xfrm>
            <a:off x="4891175" y="4217125"/>
            <a:ext cx="3539700" cy="372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1" name="Google Shape;141;p26"/>
          <p:cNvSpPr>
            <a:spLocks noGrp="1"/>
          </p:cNvSpPr>
          <p:nvPr>
            <p:ph type="pic" idx="6"/>
          </p:nvPr>
        </p:nvSpPr>
        <p:spPr>
          <a:xfrm>
            <a:off x="331050" y="315300"/>
            <a:ext cx="4102800" cy="451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title" hasCustomPrompt="1"/>
          </p:nvPr>
        </p:nvSpPr>
        <p:spPr>
          <a:xfrm>
            <a:off x="1325650" y="2097750"/>
            <a:ext cx="1398900" cy="44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27"/>
          <p:cNvSpPr txBox="1">
            <a:spLocks noGrp="1"/>
          </p:cNvSpPr>
          <p:nvPr>
            <p:ph type="subTitle" idx="1"/>
          </p:nvPr>
        </p:nvSpPr>
        <p:spPr>
          <a:xfrm>
            <a:off x="938500" y="38444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subTitle" idx="2"/>
          </p:nvPr>
        </p:nvSpPr>
        <p:spPr>
          <a:xfrm>
            <a:off x="938500" y="3404000"/>
            <a:ext cx="2173200" cy="440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title" idx="3" hasCustomPrompt="1"/>
          </p:nvPr>
        </p:nvSpPr>
        <p:spPr>
          <a:xfrm>
            <a:off x="6420050" y="2097750"/>
            <a:ext cx="1397700" cy="44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27"/>
          <p:cNvSpPr txBox="1">
            <a:spLocks noGrp="1"/>
          </p:cNvSpPr>
          <p:nvPr>
            <p:ph type="subTitle" idx="4"/>
          </p:nvPr>
        </p:nvSpPr>
        <p:spPr>
          <a:xfrm>
            <a:off x="6032300" y="38444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subTitle" idx="5"/>
          </p:nvPr>
        </p:nvSpPr>
        <p:spPr>
          <a:xfrm>
            <a:off x="6032300" y="3404000"/>
            <a:ext cx="2173200" cy="440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>
                <a:solidFill>
                  <a:schemeClr val="accen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7"/>
          <p:cNvSpPr>
            <a:spLocks noGrp="1"/>
          </p:cNvSpPr>
          <p:nvPr>
            <p:ph type="pic" idx="7"/>
          </p:nvPr>
        </p:nvSpPr>
        <p:spPr>
          <a:xfrm>
            <a:off x="3628500" y="1241550"/>
            <a:ext cx="1887000" cy="390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>
            <a:spLocks noGrp="1"/>
          </p:cNvSpPr>
          <p:nvPr>
            <p:ph type="title"/>
          </p:nvPr>
        </p:nvSpPr>
        <p:spPr>
          <a:xfrm>
            <a:off x="4438275" y="540000"/>
            <a:ext cx="3992400" cy="132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subTitle" idx="1"/>
          </p:nvPr>
        </p:nvSpPr>
        <p:spPr>
          <a:xfrm>
            <a:off x="4438275" y="1869900"/>
            <a:ext cx="3992400" cy="182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8"/>
          <p:cNvSpPr>
            <a:spLocks noGrp="1"/>
          </p:cNvSpPr>
          <p:nvPr>
            <p:ph type="pic" idx="2"/>
          </p:nvPr>
        </p:nvSpPr>
        <p:spPr>
          <a:xfrm>
            <a:off x="331050" y="315300"/>
            <a:ext cx="2826300" cy="45129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8"/>
          <p:cNvSpPr txBox="1"/>
          <p:nvPr/>
        </p:nvSpPr>
        <p:spPr>
          <a:xfrm>
            <a:off x="4438325" y="3698000"/>
            <a:ext cx="3992400" cy="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</a:t>
            </a:r>
            <a:endParaRPr sz="1000" b="1" u="sng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29"/>
          <p:cNvGrpSpPr/>
          <p:nvPr/>
        </p:nvGrpSpPr>
        <p:grpSpPr>
          <a:xfrm>
            <a:off x="3665708" y="-925492"/>
            <a:ext cx="1812584" cy="1812584"/>
            <a:chOff x="3392700" y="-1198500"/>
            <a:chExt cx="2358600" cy="2358600"/>
          </a:xfrm>
        </p:grpSpPr>
        <p:sp>
          <p:nvSpPr>
            <p:cNvPr id="158" name="Google Shape;158;p29"/>
            <p:cNvSpPr/>
            <p:nvPr/>
          </p:nvSpPr>
          <p:spPr>
            <a:xfrm>
              <a:off x="3392700" y="-1198500"/>
              <a:ext cx="2358600" cy="235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9"/>
            <p:cNvSpPr/>
            <p:nvPr/>
          </p:nvSpPr>
          <p:spPr>
            <a:xfrm>
              <a:off x="3608450" y="-982750"/>
              <a:ext cx="1927200" cy="19272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30"/>
          <p:cNvGrpSpPr/>
          <p:nvPr/>
        </p:nvGrpSpPr>
        <p:grpSpPr>
          <a:xfrm>
            <a:off x="-906292" y="1665458"/>
            <a:ext cx="1812584" cy="1812584"/>
            <a:chOff x="3392700" y="-1198500"/>
            <a:chExt cx="2358600" cy="2358600"/>
          </a:xfrm>
        </p:grpSpPr>
        <p:sp>
          <p:nvSpPr>
            <p:cNvPr id="162" name="Google Shape;162;p30"/>
            <p:cNvSpPr/>
            <p:nvPr/>
          </p:nvSpPr>
          <p:spPr>
            <a:xfrm>
              <a:off x="3392700" y="-1198500"/>
              <a:ext cx="2358600" cy="2358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0"/>
            <p:cNvSpPr/>
            <p:nvPr/>
          </p:nvSpPr>
          <p:spPr>
            <a:xfrm>
              <a:off x="3608450" y="-982750"/>
              <a:ext cx="1927200" cy="19272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30"/>
          <p:cNvGrpSpPr/>
          <p:nvPr/>
        </p:nvGrpSpPr>
        <p:grpSpPr>
          <a:xfrm>
            <a:off x="8237708" y="1665458"/>
            <a:ext cx="1812584" cy="1812584"/>
            <a:chOff x="3392700" y="-1198500"/>
            <a:chExt cx="2358600" cy="2358600"/>
          </a:xfrm>
        </p:grpSpPr>
        <p:sp>
          <p:nvSpPr>
            <p:cNvPr id="165" name="Google Shape;165;p30"/>
            <p:cNvSpPr/>
            <p:nvPr/>
          </p:nvSpPr>
          <p:spPr>
            <a:xfrm>
              <a:off x="3392700" y="-1198500"/>
              <a:ext cx="2358600" cy="2358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0"/>
            <p:cNvSpPr/>
            <p:nvPr/>
          </p:nvSpPr>
          <p:spPr>
            <a:xfrm>
              <a:off x="3608450" y="-982750"/>
              <a:ext cx="1927200" cy="19272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rmorant Garamond"/>
              <a:buNone/>
              <a:defRPr sz="35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rmorant Garamond"/>
              <a:buNone/>
              <a:defRPr sz="30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31"/>
          <p:cNvGrpSpPr/>
          <p:nvPr/>
        </p:nvGrpSpPr>
        <p:grpSpPr>
          <a:xfrm>
            <a:off x="3261560" y="2325019"/>
            <a:ext cx="2503182" cy="2503182"/>
            <a:chOff x="3392700" y="-1198500"/>
            <a:chExt cx="2358600" cy="2358600"/>
          </a:xfrm>
        </p:grpSpPr>
        <p:sp>
          <p:nvSpPr>
            <p:cNvPr id="172" name="Google Shape;172;p31"/>
            <p:cNvSpPr/>
            <p:nvPr/>
          </p:nvSpPr>
          <p:spPr>
            <a:xfrm>
              <a:off x="3392700" y="-1198500"/>
              <a:ext cx="2358600" cy="235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6250" tIns="126250" rIns="126250" bIns="126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1"/>
            <p:cNvSpPr/>
            <p:nvPr/>
          </p:nvSpPr>
          <p:spPr>
            <a:xfrm>
              <a:off x="3608450" y="-982750"/>
              <a:ext cx="1927200" cy="1927200"/>
            </a:xfrm>
            <a:prstGeom prst="ellipse">
              <a:avLst/>
            </a:prstGeom>
            <a:noFill/>
            <a:ln w="263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6250" tIns="126250" rIns="126250" bIns="126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4" name="Google Shape;174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5507" b="4722"/>
          <a:stretch/>
        </p:blipFill>
        <p:spPr>
          <a:xfrm>
            <a:off x="165525" y="0"/>
            <a:ext cx="8812948" cy="4689041"/>
          </a:xfrm>
          <a:prstGeom prst="rect">
            <a:avLst/>
          </a:prstGeom>
        </p:spPr>
      </p:pic>
      <p:sp>
        <p:nvSpPr>
          <p:cNvPr id="175" name="Google Shape;175;p31"/>
          <p:cNvSpPr txBox="1">
            <a:spLocks noGrp="1"/>
          </p:cNvSpPr>
          <p:nvPr>
            <p:ph type="ctrTitle"/>
          </p:nvPr>
        </p:nvSpPr>
        <p:spPr>
          <a:xfrm>
            <a:off x="1698175" y="2237550"/>
            <a:ext cx="5869500" cy="119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" sz="3100">
                <a:solidFill>
                  <a:srgbClr val="0000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Soil Testing and Smart Irrigation System</a:t>
            </a:r>
            <a:endParaRPr sz="32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76" name="Google Shape;176;p31"/>
          <p:cNvSpPr txBox="1">
            <a:spLocks noGrp="1"/>
          </p:cNvSpPr>
          <p:nvPr>
            <p:ph type="subTitle" idx="1"/>
          </p:nvPr>
        </p:nvSpPr>
        <p:spPr>
          <a:xfrm>
            <a:off x="1381225" y="3398425"/>
            <a:ext cx="6503400" cy="17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Team </a:t>
            </a:r>
            <a:br>
              <a:rPr lang="en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Rakibul Hasan Rezvee</a:t>
            </a:r>
            <a:br>
              <a:rPr lang="en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Joy Das</a:t>
            </a:r>
            <a:br>
              <a:rPr lang="en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Nusrat Chowdhury</a:t>
            </a:r>
            <a:br>
              <a:rPr lang="en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Ulope Das</a:t>
            </a:r>
            <a:br>
              <a:rPr lang="en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Majeda Akter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4"/>
          </p:nvPr>
        </p:nvSpPr>
        <p:spPr>
          <a:xfrm>
            <a:off x="3613450" y="4030798"/>
            <a:ext cx="23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Incorrect fertilizer use leads to poor soil nutrient balance and low yield.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 idx="8"/>
          </p:nvPr>
        </p:nvSpPr>
        <p:spPr>
          <a:xfrm>
            <a:off x="3613450" y="3035889"/>
            <a:ext cx="771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83" name="Google Shape;183;p32"/>
          <p:cNvSpPr txBox="1">
            <a:spLocks noGrp="1"/>
          </p:cNvSpPr>
          <p:nvPr>
            <p:ph type="subTitle" idx="14"/>
          </p:nvPr>
        </p:nvSpPr>
        <p:spPr>
          <a:xfrm>
            <a:off x="3613450" y="3546017"/>
            <a:ext cx="2308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Nutrient Imbalance</a:t>
            </a:r>
            <a:endParaRPr sz="15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title"/>
          </p:nvPr>
        </p:nvSpPr>
        <p:spPr>
          <a:xfrm>
            <a:off x="3613450" y="445025"/>
            <a:ext cx="481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" sz="3400" u="sng">
                <a:solidFill>
                  <a:srgbClr val="00000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Problem Statement</a:t>
            </a:r>
            <a:endParaRPr sz="3400" u="sng">
              <a:solidFill>
                <a:srgbClr val="000000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u="sng"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85" name="Google Shape;185;p32"/>
          <p:cNvSpPr txBox="1">
            <a:spLocks noGrp="1"/>
          </p:cNvSpPr>
          <p:nvPr>
            <p:ph type="subTitle" idx="3"/>
          </p:nvPr>
        </p:nvSpPr>
        <p:spPr>
          <a:xfrm>
            <a:off x="6115240" y="4030773"/>
            <a:ext cx="23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An automated system is needed to monitor soil and control irrigation accurately</a:t>
            </a:r>
            <a:endParaRPr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6" name="Google Shape;186;p32"/>
          <p:cNvSpPr txBox="1">
            <a:spLocks noGrp="1"/>
          </p:cNvSpPr>
          <p:nvPr>
            <p:ph type="subTitle" idx="1"/>
          </p:nvPr>
        </p:nvSpPr>
        <p:spPr>
          <a:xfrm>
            <a:off x="3613450" y="2237899"/>
            <a:ext cx="2261700" cy="7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Farmers often rely on guesswork to decide watering and fertilizing schedules.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7" name="Google Shape;187;p32"/>
          <p:cNvSpPr txBox="1">
            <a:spLocks noGrp="1"/>
          </p:cNvSpPr>
          <p:nvPr>
            <p:ph type="subTitle" idx="2"/>
          </p:nvPr>
        </p:nvSpPr>
        <p:spPr>
          <a:xfrm>
            <a:off x="6115260" y="2237904"/>
            <a:ext cx="23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This guesswork causes crops to receive too much or too little water.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8" name="Google Shape;188;p32"/>
          <p:cNvSpPr txBox="1">
            <a:spLocks noGrp="1"/>
          </p:cNvSpPr>
          <p:nvPr>
            <p:ph type="title" idx="5"/>
          </p:nvPr>
        </p:nvSpPr>
        <p:spPr>
          <a:xfrm>
            <a:off x="3613450" y="1153100"/>
            <a:ext cx="77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89" name="Google Shape;189;p32"/>
          <p:cNvSpPr txBox="1">
            <a:spLocks noGrp="1"/>
          </p:cNvSpPr>
          <p:nvPr>
            <p:ph type="title" idx="6"/>
          </p:nvPr>
        </p:nvSpPr>
        <p:spPr>
          <a:xfrm>
            <a:off x="6115235" y="2973271"/>
            <a:ext cx="771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90" name="Google Shape;190;p32"/>
          <p:cNvSpPr txBox="1">
            <a:spLocks noGrp="1"/>
          </p:cNvSpPr>
          <p:nvPr>
            <p:ph type="title" idx="7"/>
          </p:nvPr>
        </p:nvSpPr>
        <p:spPr>
          <a:xfrm>
            <a:off x="6115235" y="1153100"/>
            <a:ext cx="77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1" name="Google Shape;191;p32"/>
          <p:cNvSpPr txBox="1">
            <a:spLocks noGrp="1"/>
          </p:cNvSpPr>
          <p:nvPr>
            <p:ph type="subTitle" idx="9"/>
          </p:nvPr>
        </p:nvSpPr>
        <p:spPr>
          <a:xfrm>
            <a:off x="3613450" y="1753103"/>
            <a:ext cx="2308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Farming Guesswork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2" name="Google Shape;192;p32"/>
          <p:cNvSpPr txBox="1">
            <a:spLocks noGrp="1"/>
          </p:cNvSpPr>
          <p:nvPr>
            <p:ph type="subTitle" idx="13"/>
          </p:nvPr>
        </p:nvSpPr>
        <p:spPr>
          <a:xfrm>
            <a:off x="6115238" y="1753103"/>
            <a:ext cx="2308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 Mono"/>
                <a:ea typeface="Roboto Mono"/>
                <a:cs typeface="Roboto Mono"/>
                <a:sym typeface="Roboto Mono"/>
              </a:rPr>
              <a:t>Underwatering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3" name="Google Shape;193;p32"/>
          <p:cNvSpPr txBox="1">
            <a:spLocks noGrp="1"/>
          </p:cNvSpPr>
          <p:nvPr>
            <p:ph type="subTitle" idx="15"/>
          </p:nvPr>
        </p:nvSpPr>
        <p:spPr>
          <a:xfrm>
            <a:off x="6115250" y="3508250"/>
            <a:ext cx="2475600" cy="52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Need for Automation</a:t>
            </a:r>
            <a:endParaRPr sz="15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94" name="Google Shape;194;p32"/>
          <p:cNvPicPr preferRelativeResize="0">
            <a:picLocks noGrp="1"/>
          </p:cNvPicPr>
          <p:nvPr>
            <p:ph type="pic" idx="16"/>
          </p:nvPr>
        </p:nvPicPr>
        <p:blipFill rotWithShape="1">
          <a:blip r:embed="rId3">
            <a:alphaModFix/>
          </a:blip>
          <a:srcRect l="4987" t="1550" r="4987" b="1550"/>
          <a:stretch/>
        </p:blipFill>
        <p:spPr>
          <a:xfrm>
            <a:off x="331050" y="315300"/>
            <a:ext cx="2790225" cy="4512901"/>
          </a:xfrm>
          <a:prstGeom prst="rect">
            <a:avLst/>
          </a:prstGeom>
        </p:spPr>
      </p:pic>
      <p:grpSp>
        <p:nvGrpSpPr>
          <p:cNvPr id="195" name="Google Shape;195;p32"/>
          <p:cNvGrpSpPr/>
          <p:nvPr/>
        </p:nvGrpSpPr>
        <p:grpSpPr>
          <a:xfrm>
            <a:off x="819877" y="4260721"/>
            <a:ext cx="1812584" cy="1812584"/>
            <a:chOff x="3392700" y="-1198500"/>
            <a:chExt cx="2358600" cy="2358600"/>
          </a:xfrm>
        </p:grpSpPr>
        <p:sp>
          <p:nvSpPr>
            <p:cNvPr id="196" name="Google Shape;196;p32"/>
            <p:cNvSpPr/>
            <p:nvPr/>
          </p:nvSpPr>
          <p:spPr>
            <a:xfrm>
              <a:off x="3392700" y="-1198500"/>
              <a:ext cx="2358600" cy="2358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2"/>
            <p:cNvSpPr/>
            <p:nvPr/>
          </p:nvSpPr>
          <p:spPr>
            <a:xfrm>
              <a:off x="3608450" y="-982750"/>
              <a:ext cx="1927200" cy="19272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>
            <a:spLocks noGrp="1"/>
          </p:cNvSpPr>
          <p:nvPr>
            <p:ph type="title"/>
          </p:nvPr>
        </p:nvSpPr>
        <p:spPr>
          <a:xfrm>
            <a:off x="2424850" y="445025"/>
            <a:ext cx="600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latin typeface="Roboto Mono SemiBold"/>
                <a:ea typeface="Roboto Mono SemiBold"/>
                <a:cs typeface="Roboto Mono SemiBold"/>
                <a:sym typeface="Roboto Mono SemiBold"/>
              </a:rPr>
              <a:t>Objective</a:t>
            </a:r>
            <a:endParaRPr sz="3000" u="sng"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203" name="Google Shape;203;p33"/>
          <p:cNvSpPr txBox="1">
            <a:spLocks noGrp="1"/>
          </p:cNvSpPr>
          <p:nvPr>
            <p:ph type="subTitle" idx="1"/>
          </p:nvPr>
        </p:nvSpPr>
        <p:spPr>
          <a:xfrm>
            <a:off x="3282850" y="2079775"/>
            <a:ext cx="2097600" cy="10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 Mono"/>
                <a:ea typeface="Roboto Mono"/>
                <a:cs typeface="Roboto Mono"/>
                <a:sym typeface="Roboto Mono"/>
              </a:rPr>
              <a:t>The system measures soil moisture, NPK nutrients, pH, and temperature.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4" name="Google Shape;204;p33"/>
          <p:cNvSpPr txBox="1">
            <a:spLocks noGrp="1"/>
          </p:cNvSpPr>
          <p:nvPr>
            <p:ph type="subTitle" idx="2"/>
          </p:nvPr>
        </p:nvSpPr>
        <p:spPr>
          <a:xfrm>
            <a:off x="6452575" y="2079775"/>
            <a:ext cx="2012400" cy="10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Venus has extremely high temperatures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5" name="Google Shape;205;p33"/>
          <p:cNvSpPr txBox="1">
            <a:spLocks noGrp="1"/>
          </p:cNvSpPr>
          <p:nvPr>
            <p:ph type="subTitle" idx="3"/>
          </p:nvPr>
        </p:nvSpPr>
        <p:spPr>
          <a:xfrm>
            <a:off x="3282850" y="3675275"/>
            <a:ext cx="2012400" cy="9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 Mono"/>
                <a:ea typeface="Roboto Mono"/>
                <a:cs typeface="Roboto Mono"/>
                <a:sym typeface="Roboto Mono"/>
              </a:rPr>
              <a:t>Irrigation is controlled automatically based on soil moisture levels.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6" name="Google Shape;206;p33"/>
          <p:cNvSpPr txBox="1">
            <a:spLocks noGrp="1"/>
          </p:cNvSpPr>
          <p:nvPr>
            <p:ph type="subTitle" idx="4"/>
          </p:nvPr>
        </p:nvSpPr>
        <p:spPr>
          <a:xfrm>
            <a:off x="6452576" y="3675275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This helps farmers save water and increase crop productivity.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7" name="Google Shape;207;p33"/>
          <p:cNvSpPr txBox="1">
            <a:spLocks noGrp="1"/>
          </p:cNvSpPr>
          <p:nvPr>
            <p:ph type="subTitle" idx="5"/>
          </p:nvPr>
        </p:nvSpPr>
        <p:spPr>
          <a:xfrm>
            <a:off x="3282850" y="1548150"/>
            <a:ext cx="20739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Soil Monitoring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8" name="Google Shape;208;p33"/>
          <p:cNvSpPr txBox="1">
            <a:spLocks noGrp="1"/>
          </p:cNvSpPr>
          <p:nvPr>
            <p:ph type="subTitle" idx="6"/>
          </p:nvPr>
        </p:nvSpPr>
        <p:spPr>
          <a:xfrm>
            <a:off x="3282850" y="3146275"/>
            <a:ext cx="20739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 Mono"/>
                <a:ea typeface="Roboto Mono"/>
                <a:cs typeface="Roboto Mono"/>
                <a:sym typeface="Roboto Mono"/>
              </a:rPr>
              <a:t>Automatic Irrigation</a:t>
            </a:r>
            <a:endParaRPr sz="17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9" name="Google Shape;209;p33"/>
          <p:cNvSpPr txBox="1">
            <a:spLocks noGrp="1"/>
          </p:cNvSpPr>
          <p:nvPr>
            <p:ph type="subTitle" idx="7"/>
          </p:nvPr>
        </p:nvSpPr>
        <p:spPr>
          <a:xfrm>
            <a:off x="6452575" y="1548200"/>
            <a:ext cx="20124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Real-Time Display</a:t>
            </a:r>
            <a:endParaRPr sz="15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0" name="Google Shape;210;p33"/>
          <p:cNvSpPr txBox="1">
            <a:spLocks noGrp="1"/>
          </p:cNvSpPr>
          <p:nvPr>
            <p:ph type="subTitle" idx="8"/>
          </p:nvPr>
        </p:nvSpPr>
        <p:spPr>
          <a:xfrm>
            <a:off x="6452575" y="3102575"/>
            <a:ext cx="1978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Roboto Mono"/>
                <a:ea typeface="Roboto Mono"/>
                <a:cs typeface="Roboto Mono"/>
                <a:sym typeface="Roboto Mono"/>
              </a:rPr>
              <a:t>Resource Efficiency</a:t>
            </a:r>
            <a:endParaRPr sz="19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11" name="Google Shape;211;p33"/>
          <p:cNvPicPr preferRelativeResize="0">
            <a:picLocks noGrp="1"/>
          </p:cNvPicPr>
          <p:nvPr>
            <p:ph type="pic" idx="9"/>
          </p:nvPr>
        </p:nvPicPr>
        <p:blipFill rotWithShape="1">
          <a:blip r:embed="rId3">
            <a:alphaModFix/>
          </a:blip>
          <a:srcRect l="16738" r="23780"/>
          <a:stretch/>
        </p:blipFill>
        <p:spPr>
          <a:xfrm>
            <a:off x="331050" y="315300"/>
            <a:ext cx="1789000" cy="4512901"/>
          </a:xfrm>
          <a:prstGeom prst="rect">
            <a:avLst/>
          </a:prstGeom>
        </p:spPr>
      </p:pic>
      <p:sp>
        <p:nvSpPr>
          <p:cNvPr id="212" name="Google Shape;212;p33"/>
          <p:cNvSpPr/>
          <p:nvPr/>
        </p:nvSpPr>
        <p:spPr>
          <a:xfrm>
            <a:off x="2424838" y="1679017"/>
            <a:ext cx="629400" cy="629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33"/>
          <p:cNvSpPr/>
          <p:nvPr/>
        </p:nvSpPr>
        <p:spPr>
          <a:xfrm>
            <a:off x="5594563" y="1679017"/>
            <a:ext cx="629400" cy="629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3"/>
          <p:cNvSpPr/>
          <p:nvPr/>
        </p:nvSpPr>
        <p:spPr>
          <a:xfrm>
            <a:off x="2424838" y="3274480"/>
            <a:ext cx="629400" cy="629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3"/>
          <p:cNvSpPr/>
          <p:nvPr/>
        </p:nvSpPr>
        <p:spPr>
          <a:xfrm>
            <a:off x="5594563" y="3274480"/>
            <a:ext cx="629400" cy="629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6" name="Google Shape;216;p33"/>
          <p:cNvGrpSpPr/>
          <p:nvPr/>
        </p:nvGrpSpPr>
        <p:grpSpPr>
          <a:xfrm>
            <a:off x="2582371" y="3402238"/>
            <a:ext cx="314334" cy="373885"/>
            <a:chOff x="7230376" y="3430572"/>
            <a:chExt cx="314334" cy="373885"/>
          </a:xfrm>
        </p:grpSpPr>
        <p:sp>
          <p:nvSpPr>
            <p:cNvPr id="217" name="Google Shape;217;p33"/>
            <p:cNvSpPr/>
            <p:nvPr/>
          </p:nvSpPr>
          <p:spPr>
            <a:xfrm>
              <a:off x="7310938" y="3430572"/>
              <a:ext cx="232850" cy="252854"/>
            </a:xfrm>
            <a:custGeom>
              <a:avLst/>
              <a:gdLst/>
              <a:ahLst/>
              <a:cxnLst/>
              <a:rect l="l" t="t" r="r" b="b"/>
              <a:pathLst>
                <a:path w="8090" h="8785" extrusionOk="0">
                  <a:moveTo>
                    <a:pt x="6485" y="0"/>
                  </a:moveTo>
                  <a:cubicBezTo>
                    <a:pt x="4923" y="0"/>
                    <a:pt x="3659" y="1262"/>
                    <a:pt x="3659" y="2818"/>
                  </a:cubicBezTo>
                  <a:lnTo>
                    <a:pt x="3659" y="3354"/>
                  </a:lnTo>
                  <a:cubicBezTo>
                    <a:pt x="3145" y="2805"/>
                    <a:pt x="2415" y="2461"/>
                    <a:pt x="1603" y="2461"/>
                  </a:cubicBezTo>
                  <a:lnTo>
                    <a:pt x="385" y="2461"/>
                  </a:lnTo>
                  <a:cubicBezTo>
                    <a:pt x="174" y="2461"/>
                    <a:pt x="3" y="2634"/>
                    <a:pt x="5" y="2843"/>
                  </a:cubicBezTo>
                  <a:cubicBezTo>
                    <a:pt x="0" y="4401"/>
                    <a:pt x="1262" y="5659"/>
                    <a:pt x="2818" y="5659"/>
                  </a:cubicBezTo>
                  <a:lnTo>
                    <a:pt x="3658" y="5659"/>
                  </a:lnTo>
                  <a:lnTo>
                    <a:pt x="3658" y="6317"/>
                  </a:lnTo>
                  <a:lnTo>
                    <a:pt x="2987" y="6986"/>
                  </a:lnTo>
                  <a:cubicBezTo>
                    <a:pt x="3214" y="7110"/>
                    <a:pt x="3425" y="7267"/>
                    <a:pt x="3614" y="7455"/>
                  </a:cubicBezTo>
                  <a:lnTo>
                    <a:pt x="4210" y="8048"/>
                  </a:lnTo>
                  <a:cubicBezTo>
                    <a:pt x="4419" y="8258"/>
                    <a:pt x="4557" y="8514"/>
                    <a:pt x="4626" y="8784"/>
                  </a:cubicBezTo>
                  <a:lnTo>
                    <a:pt x="5667" y="7746"/>
                  </a:lnTo>
                  <a:cubicBezTo>
                    <a:pt x="5700" y="7714"/>
                    <a:pt x="5730" y="7684"/>
                    <a:pt x="5762" y="7658"/>
                  </a:cubicBezTo>
                  <a:lnTo>
                    <a:pt x="4419" y="6317"/>
                  </a:lnTo>
                  <a:lnTo>
                    <a:pt x="4419" y="3197"/>
                  </a:lnTo>
                  <a:lnTo>
                    <a:pt x="5263" y="3197"/>
                  </a:lnTo>
                  <a:cubicBezTo>
                    <a:pt x="6826" y="3197"/>
                    <a:pt x="8088" y="1937"/>
                    <a:pt x="8089" y="381"/>
                  </a:cubicBezTo>
                  <a:cubicBezTo>
                    <a:pt x="8089" y="173"/>
                    <a:pt x="7920" y="0"/>
                    <a:pt x="7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3"/>
            <p:cNvSpPr/>
            <p:nvPr/>
          </p:nvSpPr>
          <p:spPr>
            <a:xfrm>
              <a:off x="7230376" y="3644282"/>
              <a:ext cx="314334" cy="160175"/>
            </a:xfrm>
            <a:custGeom>
              <a:avLst/>
              <a:gdLst/>
              <a:ahLst/>
              <a:cxnLst/>
              <a:rect l="l" t="t" r="r" b="b"/>
              <a:pathLst>
                <a:path w="10921" h="5565" extrusionOk="0">
                  <a:moveTo>
                    <a:pt x="4454" y="1"/>
                  </a:moveTo>
                  <a:cubicBezTo>
                    <a:pt x="3940" y="1"/>
                    <a:pt x="3425" y="198"/>
                    <a:pt x="3032" y="591"/>
                  </a:cubicBezTo>
                  <a:lnTo>
                    <a:pt x="148" y="3473"/>
                  </a:lnTo>
                  <a:cubicBezTo>
                    <a:pt x="1" y="3622"/>
                    <a:pt x="1" y="3863"/>
                    <a:pt x="148" y="4012"/>
                  </a:cubicBezTo>
                  <a:lnTo>
                    <a:pt x="1590" y="5452"/>
                  </a:lnTo>
                  <a:cubicBezTo>
                    <a:pt x="1664" y="5526"/>
                    <a:pt x="1761" y="5563"/>
                    <a:pt x="1858" y="5563"/>
                  </a:cubicBezTo>
                  <a:cubicBezTo>
                    <a:pt x="1956" y="5563"/>
                    <a:pt x="2053" y="5526"/>
                    <a:pt x="2128" y="5452"/>
                  </a:cubicBezTo>
                  <a:lnTo>
                    <a:pt x="3113" y="4466"/>
                  </a:lnTo>
                  <a:lnTo>
                    <a:pt x="6349" y="5545"/>
                  </a:lnTo>
                  <a:cubicBezTo>
                    <a:pt x="6388" y="5558"/>
                    <a:pt x="6428" y="5564"/>
                    <a:pt x="6469" y="5564"/>
                  </a:cubicBezTo>
                  <a:cubicBezTo>
                    <a:pt x="6569" y="5564"/>
                    <a:pt x="6667" y="5525"/>
                    <a:pt x="6739" y="5455"/>
                  </a:cubicBezTo>
                  <a:lnTo>
                    <a:pt x="10773" y="1419"/>
                  </a:lnTo>
                  <a:cubicBezTo>
                    <a:pt x="10920" y="1271"/>
                    <a:pt x="10920" y="1031"/>
                    <a:pt x="10773" y="880"/>
                  </a:cubicBezTo>
                  <a:cubicBezTo>
                    <a:pt x="10527" y="634"/>
                    <a:pt x="10210" y="515"/>
                    <a:pt x="9894" y="515"/>
                  </a:cubicBezTo>
                  <a:cubicBezTo>
                    <a:pt x="9571" y="515"/>
                    <a:pt x="9248" y="640"/>
                    <a:pt x="9004" y="883"/>
                  </a:cubicBezTo>
                  <a:lnTo>
                    <a:pt x="6739" y="3148"/>
                  </a:lnTo>
                  <a:cubicBezTo>
                    <a:pt x="6505" y="3381"/>
                    <a:pt x="6199" y="3498"/>
                    <a:pt x="5893" y="3498"/>
                  </a:cubicBezTo>
                  <a:cubicBezTo>
                    <a:pt x="5588" y="3498"/>
                    <a:pt x="5282" y="3382"/>
                    <a:pt x="5049" y="3148"/>
                  </a:cubicBezTo>
                  <a:lnTo>
                    <a:pt x="4472" y="2571"/>
                  </a:lnTo>
                  <a:cubicBezTo>
                    <a:pt x="4324" y="2424"/>
                    <a:pt x="4324" y="2183"/>
                    <a:pt x="4472" y="2032"/>
                  </a:cubicBezTo>
                  <a:cubicBezTo>
                    <a:pt x="4546" y="1959"/>
                    <a:pt x="4644" y="1922"/>
                    <a:pt x="4741" y="1922"/>
                  </a:cubicBezTo>
                  <a:cubicBezTo>
                    <a:pt x="4839" y="1922"/>
                    <a:pt x="4936" y="1959"/>
                    <a:pt x="5011" y="2032"/>
                  </a:cubicBezTo>
                  <a:lnTo>
                    <a:pt x="5317" y="2339"/>
                  </a:lnTo>
                  <a:cubicBezTo>
                    <a:pt x="5502" y="2510"/>
                    <a:pt x="5704" y="2582"/>
                    <a:pt x="5894" y="2582"/>
                  </a:cubicBezTo>
                  <a:cubicBezTo>
                    <a:pt x="6523" y="2582"/>
                    <a:pt x="7035" y="1796"/>
                    <a:pt x="6471" y="1185"/>
                  </a:cubicBezTo>
                  <a:lnTo>
                    <a:pt x="5877" y="591"/>
                  </a:lnTo>
                  <a:cubicBezTo>
                    <a:pt x="5483" y="197"/>
                    <a:pt x="4969" y="1"/>
                    <a:pt x="44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219;p33"/>
          <p:cNvGrpSpPr/>
          <p:nvPr/>
        </p:nvGrpSpPr>
        <p:grpSpPr>
          <a:xfrm>
            <a:off x="5718722" y="3402180"/>
            <a:ext cx="381080" cy="374000"/>
            <a:chOff x="8031220" y="2230658"/>
            <a:chExt cx="381080" cy="374000"/>
          </a:xfrm>
        </p:grpSpPr>
        <p:sp>
          <p:nvSpPr>
            <p:cNvPr id="220" name="Google Shape;220;p33"/>
            <p:cNvSpPr/>
            <p:nvPr/>
          </p:nvSpPr>
          <p:spPr>
            <a:xfrm>
              <a:off x="8155676" y="2371548"/>
              <a:ext cx="132140" cy="63178"/>
            </a:xfrm>
            <a:custGeom>
              <a:avLst/>
              <a:gdLst/>
              <a:ahLst/>
              <a:cxnLst/>
              <a:rect l="l" t="t" r="r" b="b"/>
              <a:pathLst>
                <a:path w="4591" h="2195" extrusionOk="0">
                  <a:moveTo>
                    <a:pt x="1531" y="1"/>
                  </a:moveTo>
                  <a:lnTo>
                    <a:pt x="944" y="313"/>
                  </a:lnTo>
                  <a:cubicBezTo>
                    <a:pt x="888" y="343"/>
                    <a:pt x="827" y="358"/>
                    <a:pt x="765" y="358"/>
                  </a:cubicBezTo>
                  <a:cubicBezTo>
                    <a:pt x="703" y="358"/>
                    <a:pt x="641" y="343"/>
                    <a:pt x="586" y="313"/>
                  </a:cubicBezTo>
                  <a:lnTo>
                    <a:pt x="549" y="293"/>
                  </a:lnTo>
                  <a:lnTo>
                    <a:pt x="0" y="2195"/>
                  </a:lnTo>
                  <a:lnTo>
                    <a:pt x="972" y="1679"/>
                  </a:lnTo>
                  <a:cubicBezTo>
                    <a:pt x="1027" y="1648"/>
                    <a:pt x="1089" y="1633"/>
                    <a:pt x="1150" y="1633"/>
                  </a:cubicBezTo>
                  <a:cubicBezTo>
                    <a:pt x="1212" y="1633"/>
                    <a:pt x="1274" y="1648"/>
                    <a:pt x="1329" y="1679"/>
                  </a:cubicBezTo>
                  <a:lnTo>
                    <a:pt x="2298" y="2195"/>
                  </a:lnTo>
                  <a:lnTo>
                    <a:pt x="3265" y="1679"/>
                  </a:lnTo>
                  <a:cubicBezTo>
                    <a:pt x="3320" y="1648"/>
                    <a:pt x="3382" y="1633"/>
                    <a:pt x="3444" y="1633"/>
                  </a:cubicBezTo>
                  <a:cubicBezTo>
                    <a:pt x="3505" y="1633"/>
                    <a:pt x="3567" y="1648"/>
                    <a:pt x="3622" y="1679"/>
                  </a:cubicBezTo>
                  <a:lnTo>
                    <a:pt x="4591" y="2195"/>
                  </a:lnTo>
                  <a:lnTo>
                    <a:pt x="4040" y="293"/>
                  </a:lnTo>
                  <a:lnTo>
                    <a:pt x="4004" y="313"/>
                  </a:lnTo>
                  <a:cubicBezTo>
                    <a:pt x="3948" y="343"/>
                    <a:pt x="3887" y="358"/>
                    <a:pt x="3825" y="358"/>
                  </a:cubicBezTo>
                  <a:cubicBezTo>
                    <a:pt x="3764" y="358"/>
                    <a:pt x="3702" y="343"/>
                    <a:pt x="3646" y="313"/>
                  </a:cubicBezTo>
                  <a:lnTo>
                    <a:pt x="3060" y="1"/>
                  </a:lnTo>
                  <a:lnTo>
                    <a:pt x="2474" y="313"/>
                  </a:lnTo>
                  <a:cubicBezTo>
                    <a:pt x="2419" y="343"/>
                    <a:pt x="2357" y="358"/>
                    <a:pt x="2296" y="358"/>
                  </a:cubicBezTo>
                  <a:cubicBezTo>
                    <a:pt x="2234" y="358"/>
                    <a:pt x="2172" y="343"/>
                    <a:pt x="2117" y="313"/>
                  </a:cubicBezTo>
                  <a:lnTo>
                    <a:pt x="1531" y="1"/>
                  </a:lnTo>
                  <a:close/>
                  <a:moveTo>
                    <a:pt x="0" y="2195"/>
                  </a:moveTo>
                  <a:lnTo>
                    <a:pt x="0" y="2195"/>
                  </a:lnTo>
                  <a:lnTo>
                    <a:pt x="0" y="2195"/>
                  </a:lnTo>
                  <a:close/>
                  <a:moveTo>
                    <a:pt x="2298" y="2195"/>
                  </a:moveTo>
                  <a:lnTo>
                    <a:pt x="2298" y="2195"/>
                  </a:lnTo>
                  <a:lnTo>
                    <a:pt x="2298" y="21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3"/>
            <p:cNvSpPr/>
            <p:nvPr/>
          </p:nvSpPr>
          <p:spPr>
            <a:xfrm>
              <a:off x="8135413" y="2441893"/>
              <a:ext cx="172810" cy="71899"/>
            </a:xfrm>
            <a:custGeom>
              <a:avLst/>
              <a:gdLst/>
              <a:ahLst/>
              <a:cxnLst/>
              <a:rect l="l" t="t" r="r" b="b"/>
              <a:pathLst>
                <a:path w="6004" h="2498" extrusionOk="0">
                  <a:moveTo>
                    <a:pt x="1855" y="0"/>
                  </a:moveTo>
                  <a:lnTo>
                    <a:pt x="887" y="517"/>
                  </a:lnTo>
                  <a:cubicBezTo>
                    <a:pt x="831" y="548"/>
                    <a:pt x="770" y="563"/>
                    <a:pt x="708" y="563"/>
                  </a:cubicBezTo>
                  <a:cubicBezTo>
                    <a:pt x="646" y="563"/>
                    <a:pt x="584" y="548"/>
                    <a:pt x="529" y="517"/>
                  </a:cubicBezTo>
                  <a:lnTo>
                    <a:pt x="492" y="498"/>
                  </a:lnTo>
                  <a:lnTo>
                    <a:pt x="37" y="2077"/>
                  </a:lnTo>
                  <a:cubicBezTo>
                    <a:pt x="0" y="2204"/>
                    <a:pt x="41" y="2342"/>
                    <a:pt x="146" y="2424"/>
                  </a:cubicBezTo>
                  <a:cubicBezTo>
                    <a:pt x="206" y="2473"/>
                    <a:pt x="279" y="2498"/>
                    <a:pt x="353" y="2498"/>
                  </a:cubicBezTo>
                  <a:cubicBezTo>
                    <a:pt x="406" y="2498"/>
                    <a:pt x="460" y="2485"/>
                    <a:pt x="509" y="2459"/>
                  </a:cubicBezTo>
                  <a:lnTo>
                    <a:pt x="1677" y="1836"/>
                  </a:lnTo>
                  <a:lnTo>
                    <a:pt x="2845" y="2459"/>
                  </a:lnTo>
                  <a:cubicBezTo>
                    <a:pt x="2894" y="2484"/>
                    <a:pt x="2947" y="2497"/>
                    <a:pt x="3001" y="2497"/>
                  </a:cubicBezTo>
                  <a:cubicBezTo>
                    <a:pt x="3055" y="2497"/>
                    <a:pt x="3108" y="2484"/>
                    <a:pt x="3157" y="2459"/>
                  </a:cubicBezTo>
                  <a:lnTo>
                    <a:pt x="4325" y="1836"/>
                  </a:lnTo>
                  <a:lnTo>
                    <a:pt x="5493" y="2459"/>
                  </a:lnTo>
                  <a:cubicBezTo>
                    <a:pt x="5495" y="2459"/>
                    <a:pt x="5562" y="2497"/>
                    <a:pt x="5654" y="2497"/>
                  </a:cubicBezTo>
                  <a:cubicBezTo>
                    <a:pt x="5715" y="2497"/>
                    <a:pt x="5787" y="2480"/>
                    <a:pt x="5857" y="2424"/>
                  </a:cubicBezTo>
                  <a:cubicBezTo>
                    <a:pt x="5959" y="2340"/>
                    <a:pt x="6003" y="2203"/>
                    <a:pt x="5967" y="2077"/>
                  </a:cubicBezTo>
                  <a:lnTo>
                    <a:pt x="5510" y="498"/>
                  </a:lnTo>
                  <a:lnTo>
                    <a:pt x="5473" y="517"/>
                  </a:lnTo>
                  <a:cubicBezTo>
                    <a:pt x="5418" y="548"/>
                    <a:pt x="5356" y="563"/>
                    <a:pt x="5294" y="563"/>
                  </a:cubicBezTo>
                  <a:cubicBezTo>
                    <a:pt x="5232" y="563"/>
                    <a:pt x="5171" y="548"/>
                    <a:pt x="5115" y="517"/>
                  </a:cubicBezTo>
                  <a:lnTo>
                    <a:pt x="4148" y="0"/>
                  </a:lnTo>
                  <a:lnTo>
                    <a:pt x="3180" y="517"/>
                  </a:lnTo>
                  <a:cubicBezTo>
                    <a:pt x="3124" y="548"/>
                    <a:pt x="3063" y="563"/>
                    <a:pt x="3001" y="563"/>
                  </a:cubicBezTo>
                  <a:cubicBezTo>
                    <a:pt x="2939" y="563"/>
                    <a:pt x="2878" y="548"/>
                    <a:pt x="2822" y="517"/>
                  </a:cubicBezTo>
                  <a:lnTo>
                    <a:pt x="1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3"/>
            <p:cNvSpPr/>
            <p:nvPr/>
          </p:nvSpPr>
          <p:spPr>
            <a:xfrm>
              <a:off x="8188920" y="2522311"/>
              <a:ext cx="65768" cy="38453"/>
            </a:xfrm>
            <a:custGeom>
              <a:avLst/>
              <a:gdLst/>
              <a:ahLst/>
              <a:cxnLst/>
              <a:rect l="l" t="t" r="r" b="b"/>
              <a:pathLst>
                <a:path w="2285" h="1336" extrusionOk="0">
                  <a:moveTo>
                    <a:pt x="1" y="1"/>
                  </a:moveTo>
                  <a:lnTo>
                    <a:pt x="1" y="1335"/>
                  </a:lnTo>
                  <a:lnTo>
                    <a:pt x="2285" y="1335"/>
                  </a:lnTo>
                  <a:lnTo>
                    <a:pt x="2285" y="1"/>
                  </a:lnTo>
                  <a:lnTo>
                    <a:pt x="1655" y="338"/>
                  </a:lnTo>
                  <a:cubicBezTo>
                    <a:pt x="1498" y="424"/>
                    <a:pt x="1320" y="467"/>
                    <a:pt x="1143" y="467"/>
                  </a:cubicBezTo>
                  <a:cubicBezTo>
                    <a:pt x="966" y="467"/>
                    <a:pt x="789" y="424"/>
                    <a:pt x="632" y="3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3"/>
            <p:cNvSpPr/>
            <p:nvPr/>
          </p:nvSpPr>
          <p:spPr>
            <a:xfrm>
              <a:off x="8177781" y="2230687"/>
              <a:ext cx="88046" cy="127737"/>
            </a:xfrm>
            <a:custGeom>
              <a:avLst/>
              <a:gdLst/>
              <a:ahLst/>
              <a:cxnLst/>
              <a:rect l="l" t="t" r="r" b="b"/>
              <a:pathLst>
                <a:path w="3059" h="4438" extrusionOk="0">
                  <a:moveTo>
                    <a:pt x="1530" y="0"/>
                  </a:moveTo>
                  <a:cubicBezTo>
                    <a:pt x="1395" y="0"/>
                    <a:pt x="1260" y="79"/>
                    <a:pt x="1213" y="237"/>
                  </a:cubicBezTo>
                  <a:lnTo>
                    <a:pt x="1" y="4438"/>
                  </a:lnTo>
                  <a:lnTo>
                    <a:pt x="588" y="4127"/>
                  </a:lnTo>
                  <a:cubicBezTo>
                    <a:pt x="642" y="4096"/>
                    <a:pt x="703" y="4081"/>
                    <a:pt x="765" y="4081"/>
                  </a:cubicBezTo>
                  <a:cubicBezTo>
                    <a:pt x="826" y="4081"/>
                    <a:pt x="887" y="4096"/>
                    <a:pt x="943" y="4127"/>
                  </a:cubicBezTo>
                  <a:lnTo>
                    <a:pt x="1530" y="4438"/>
                  </a:lnTo>
                  <a:lnTo>
                    <a:pt x="2115" y="4127"/>
                  </a:lnTo>
                  <a:cubicBezTo>
                    <a:pt x="2171" y="4096"/>
                    <a:pt x="2233" y="4081"/>
                    <a:pt x="2294" y="4081"/>
                  </a:cubicBezTo>
                  <a:cubicBezTo>
                    <a:pt x="2356" y="4081"/>
                    <a:pt x="2418" y="4096"/>
                    <a:pt x="2473" y="4127"/>
                  </a:cubicBezTo>
                  <a:lnTo>
                    <a:pt x="3059" y="4438"/>
                  </a:lnTo>
                  <a:lnTo>
                    <a:pt x="1847" y="237"/>
                  </a:lnTo>
                  <a:cubicBezTo>
                    <a:pt x="1800" y="79"/>
                    <a:pt x="1665" y="0"/>
                    <a:pt x="1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3"/>
            <p:cNvSpPr/>
            <p:nvPr/>
          </p:nvSpPr>
          <p:spPr>
            <a:xfrm>
              <a:off x="8031220" y="2582668"/>
              <a:ext cx="381080" cy="21990"/>
            </a:xfrm>
            <a:custGeom>
              <a:avLst/>
              <a:gdLst/>
              <a:ahLst/>
              <a:cxnLst/>
              <a:rect l="l" t="t" r="r" b="b"/>
              <a:pathLst>
                <a:path w="13240" h="764" extrusionOk="0">
                  <a:moveTo>
                    <a:pt x="506" y="1"/>
                  </a:moveTo>
                  <a:cubicBezTo>
                    <a:pt x="1" y="21"/>
                    <a:pt x="2" y="743"/>
                    <a:pt x="506" y="763"/>
                  </a:cubicBezTo>
                  <a:lnTo>
                    <a:pt x="12736" y="763"/>
                  </a:lnTo>
                  <a:cubicBezTo>
                    <a:pt x="13240" y="743"/>
                    <a:pt x="13240" y="21"/>
                    <a:pt x="12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3"/>
            <p:cNvSpPr/>
            <p:nvPr/>
          </p:nvSpPr>
          <p:spPr>
            <a:xfrm>
              <a:off x="8054476" y="2371606"/>
              <a:ext cx="95587" cy="63206"/>
            </a:xfrm>
            <a:custGeom>
              <a:avLst/>
              <a:gdLst/>
              <a:ahLst/>
              <a:cxnLst/>
              <a:rect l="l" t="t" r="r" b="b"/>
              <a:pathLst>
                <a:path w="3321" h="2196" extrusionOk="0">
                  <a:moveTo>
                    <a:pt x="1530" y="0"/>
                  </a:moveTo>
                  <a:lnTo>
                    <a:pt x="944" y="313"/>
                  </a:lnTo>
                  <a:cubicBezTo>
                    <a:pt x="889" y="343"/>
                    <a:pt x="827" y="358"/>
                    <a:pt x="765" y="358"/>
                  </a:cubicBezTo>
                  <a:cubicBezTo>
                    <a:pt x="704" y="358"/>
                    <a:pt x="642" y="343"/>
                    <a:pt x="586" y="313"/>
                  </a:cubicBezTo>
                  <a:lnTo>
                    <a:pt x="550" y="292"/>
                  </a:lnTo>
                  <a:lnTo>
                    <a:pt x="1" y="2196"/>
                  </a:lnTo>
                  <a:lnTo>
                    <a:pt x="968" y="1679"/>
                  </a:lnTo>
                  <a:cubicBezTo>
                    <a:pt x="1025" y="1647"/>
                    <a:pt x="1087" y="1631"/>
                    <a:pt x="1149" y="1631"/>
                  </a:cubicBezTo>
                  <a:cubicBezTo>
                    <a:pt x="1210" y="1631"/>
                    <a:pt x="1271" y="1647"/>
                    <a:pt x="1327" y="1677"/>
                  </a:cubicBezTo>
                  <a:lnTo>
                    <a:pt x="2295" y="2193"/>
                  </a:lnTo>
                  <a:lnTo>
                    <a:pt x="2806" y="1921"/>
                  </a:lnTo>
                  <a:lnTo>
                    <a:pt x="3321" y="139"/>
                  </a:lnTo>
                  <a:lnTo>
                    <a:pt x="3061" y="0"/>
                  </a:lnTo>
                  <a:lnTo>
                    <a:pt x="2473" y="313"/>
                  </a:lnTo>
                  <a:cubicBezTo>
                    <a:pt x="2418" y="343"/>
                    <a:pt x="2357" y="358"/>
                    <a:pt x="2295" y="358"/>
                  </a:cubicBezTo>
                  <a:cubicBezTo>
                    <a:pt x="2234" y="358"/>
                    <a:pt x="2172" y="343"/>
                    <a:pt x="2116" y="313"/>
                  </a:cubicBezTo>
                  <a:lnTo>
                    <a:pt x="1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3"/>
            <p:cNvSpPr/>
            <p:nvPr/>
          </p:nvSpPr>
          <p:spPr>
            <a:xfrm>
              <a:off x="8034127" y="2441922"/>
              <a:ext cx="92680" cy="71870"/>
            </a:xfrm>
            <a:custGeom>
              <a:avLst/>
              <a:gdLst/>
              <a:ahLst/>
              <a:cxnLst/>
              <a:rect l="l" t="t" r="r" b="b"/>
              <a:pathLst>
                <a:path w="3220" h="2497" extrusionOk="0">
                  <a:moveTo>
                    <a:pt x="1856" y="1"/>
                  </a:moveTo>
                  <a:lnTo>
                    <a:pt x="887" y="516"/>
                  </a:lnTo>
                  <a:cubicBezTo>
                    <a:pt x="832" y="547"/>
                    <a:pt x="770" y="562"/>
                    <a:pt x="709" y="562"/>
                  </a:cubicBezTo>
                  <a:cubicBezTo>
                    <a:pt x="647" y="562"/>
                    <a:pt x="586" y="547"/>
                    <a:pt x="529" y="516"/>
                  </a:cubicBezTo>
                  <a:lnTo>
                    <a:pt x="493" y="497"/>
                  </a:lnTo>
                  <a:lnTo>
                    <a:pt x="37" y="2076"/>
                  </a:lnTo>
                  <a:cubicBezTo>
                    <a:pt x="1" y="2203"/>
                    <a:pt x="45" y="2341"/>
                    <a:pt x="147" y="2423"/>
                  </a:cubicBezTo>
                  <a:cubicBezTo>
                    <a:pt x="206" y="2472"/>
                    <a:pt x="280" y="2497"/>
                    <a:pt x="354" y="2497"/>
                  </a:cubicBezTo>
                  <a:cubicBezTo>
                    <a:pt x="408" y="2497"/>
                    <a:pt x="462" y="2484"/>
                    <a:pt x="510" y="2458"/>
                  </a:cubicBezTo>
                  <a:lnTo>
                    <a:pt x="1679" y="1835"/>
                  </a:lnTo>
                  <a:lnTo>
                    <a:pt x="2818" y="2443"/>
                  </a:lnTo>
                  <a:cubicBezTo>
                    <a:pt x="2770" y="2257"/>
                    <a:pt x="2770" y="2060"/>
                    <a:pt x="2825" y="1866"/>
                  </a:cubicBezTo>
                  <a:lnTo>
                    <a:pt x="3220" y="497"/>
                  </a:lnTo>
                  <a:lnTo>
                    <a:pt x="3180" y="516"/>
                  </a:lnTo>
                  <a:cubicBezTo>
                    <a:pt x="3125" y="547"/>
                    <a:pt x="3064" y="562"/>
                    <a:pt x="3002" y="562"/>
                  </a:cubicBezTo>
                  <a:cubicBezTo>
                    <a:pt x="2941" y="562"/>
                    <a:pt x="2879" y="547"/>
                    <a:pt x="2823" y="516"/>
                  </a:cubicBez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3"/>
            <p:cNvSpPr/>
            <p:nvPr/>
          </p:nvSpPr>
          <p:spPr>
            <a:xfrm>
              <a:off x="8087404" y="2522656"/>
              <a:ext cx="65768" cy="38108"/>
            </a:xfrm>
            <a:custGeom>
              <a:avLst/>
              <a:gdLst/>
              <a:ahLst/>
              <a:cxnLst/>
              <a:rect l="l" t="t" r="r" b="b"/>
              <a:pathLst>
                <a:path w="2285" h="1324" extrusionOk="0">
                  <a:moveTo>
                    <a:pt x="0" y="0"/>
                  </a:moveTo>
                  <a:lnTo>
                    <a:pt x="0" y="1323"/>
                  </a:lnTo>
                  <a:lnTo>
                    <a:pt x="2285" y="1323"/>
                  </a:lnTo>
                  <a:lnTo>
                    <a:pt x="2285" y="425"/>
                  </a:lnTo>
                  <a:cubicBezTo>
                    <a:pt x="2196" y="449"/>
                    <a:pt x="2104" y="459"/>
                    <a:pt x="2011" y="459"/>
                  </a:cubicBezTo>
                  <a:lnTo>
                    <a:pt x="1142" y="462"/>
                  </a:lnTo>
                  <a:cubicBezTo>
                    <a:pt x="964" y="462"/>
                    <a:pt x="788" y="418"/>
                    <a:pt x="631" y="33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3"/>
            <p:cNvSpPr/>
            <p:nvPr/>
          </p:nvSpPr>
          <p:spPr>
            <a:xfrm>
              <a:off x="8076553" y="2230658"/>
              <a:ext cx="83268" cy="127766"/>
            </a:xfrm>
            <a:custGeom>
              <a:avLst/>
              <a:gdLst/>
              <a:ahLst/>
              <a:cxnLst/>
              <a:rect l="l" t="t" r="r" b="b"/>
              <a:pathLst>
                <a:path w="2893" h="4439" extrusionOk="0">
                  <a:moveTo>
                    <a:pt x="1529" y="0"/>
                  </a:moveTo>
                  <a:cubicBezTo>
                    <a:pt x="1394" y="0"/>
                    <a:pt x="1259" y="79"/>
                    <a:pt x="1213" y="237"/>
                  </a:cubicBezTo>
                  <a:lnTo>
                    <a:pt x="0" y="4437"/>
                  </a:lnTo>
                  <a:lnTo>
                    <a:pt x="586" y="4125"/>
                  </a:lnTo>
                  <a:cubicBezTo>
                    <a:pt x="640" y="4096"/>
                    <a:pt x="700" y="4081"/>
                    <a:pt x="761" y="4081"/>
                  </a:cubicBezTo>
                  <a:cubicBezTo>
                    <a:pt x="823" y="4081"/>
                    <a:pt x="886" y="4097"/>
                    <a:pt x="943" y="4128"/>
                  </a:cubicBezTo>
                  <a:lnTo>
                    <a:pt x="1528" y="4439"/>
                  </a:lnTo>
                  <a:lnTo>
                    <a:pt x="2114" y="4128"/>
                  </a:lnTo>
                  <a:cubicBezTo>
                    <a:pt x="2169" y="4097"/>
                    <a:pt x="2231" y="4082"/>
                    <a:pt x="2293" y="4082"/>
                  </a:cubicBezTo>
                  <a:cubicBezTo>
                    <a:pt x="2355" y="4082"/>
                    <a:pt x="2416" y="4097"/>
                    <a:pt x="2472" y="4128"/>
                  </a:cubicBezTo>
                  <a:lnTo>
                    <a:pt x="2770" y="4285"/>
                  </a:lnTo>
                  <a:lnTo>
                    <a:pt x="2892" y="3865"/>
                  </a:lnTo>
                  <a:lnTo>
                    <a:pt x="1845" y="237"/>
                  </a:lnTo>
                  <a:cubicBezTo>
                    <a:pt x="1799" y="79"/>
                    <a:pt x="1664" y="0"/>
                    <a:pt x="15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3"/>
            <p:cNvSpPr/>
            <p:nvPr/>
          </p:nvSpPr>
          <p:spPr>
            <a:xfrm>
              <a:off x="8293429" y="2371520"/>
              <a:ext cx="95587" cy="63120"/>
            </a:xfrm>
            <a:custGeom>
              <a:avLst/>
              <a:gdLst/>
              <a:ahLst/>
              <a:cxnLst/>
              <a:rect l="l" t="t" r="r" b="b"/>
              <a:pathLst>
                <a:path w="3321" h="2193" extrusionOk="0">
                  <a:moveTo>
                    <a:pt x="262" y="0"/>
                  </a:moveTo>
                  <a:lnTo>
                    <a:pt x="1" y="139"/>
                  </a:lnTo>
                  <a:lnTo>
                    <a:pt x="516" y="1921"/>
                  </a:lnTo>
                  <a:lnTo>
                    <a:pt x="1027" y="2193"/>
                  </a:lnTo>
                  <a:lnTo>
                    <a:pt x="1996" y="1676"/>
                  </a:lnTo>
                  <a:cubicBezTo>
                    <a:pt x="2051" y="1646"/>
                    <a:pt x="2113" y="1631"/>
                    <a:pt x="2174" y="1631"/>
                  </a:cubicBezTo>
                  <a:cubicBezTo>
                    <a:pt x="2236" y="1631"/>
                    <a:pt x="2297" y="1646"/>
                    <a:pt x="2354" y="1676"/>
                  </a:cubicBezTo>
                  <a:lnTo>
                    <a:pt x="3320" y="2193"/>
                  </a:lnTo>
                  <a:lnTo>
                    <a:pt x="2771" y="290"/>
                  </a:lnTo>
                  <a:lnTo>
                    <a:pt x="2735" y="310"/>
                  </a:lnTo>
                  <a:cubicBezTo>
                    <a:pt x="2680" y="342"/>
                    <a:pt x="2618" y="357"/>
                    <a:pt x="2556" y="357"/>
                  </a:cubicBezTo>
                  <a:cubicBezTo>
                    <a:pt x="2495" y="357"/>
                    <a:pt x="2434" y="342"/>
                    <a:pt x="2378" y="312"/>
                  </a:cubicBezTo>
                  <a:lnTo>
                    <a:pt x="1793" y="0"/>
                  </a:lnTo>
                  <a:lnTo>
                    <a:pt x="1206" y="312"/>
                  </a:lnTo>
                  <a:cubicBezTo>
                    <a:pt x="1150" y="342"/>
                    <a:pt x="1089" y="358"/>
                    <a:pt x="1027" y="358"/>
                  </a:cubicBezTo>
                  <a:cubicBezTo>
                    <a:pt x="966" y="358"/>
                    <a:pt x="904" y="342"/>
                    <a:pt x="848" y="312"/>
                  </a:cubicBezTo>
                  <a:lnTo>
                    <a:pt x="2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3"/>
            <p:cNvSpPr/>
            <p:nvPr/>
          </p:nvSpPr>
          <p:spPr>
            <a:xfrm>
              <a:off x="8316714" y="2441922"/>
              <a:ext cx="92651" cy="71870"/>
            </a:xfrm>
            <a:custGeom>
              <a:avLst/>
              <a:gdLst/>
              <a:ahLst/>
              <a:cxnLst/>
              <a:rect l="l" t="t" r="r" b="b"/>
              <a:pathLst>
                <a:path w="3219" h="2497" extrusionOk="0">
                  <a:moveTo>
                    <a:pt x="2725" y="497"/>
                  </a:moveTo>
                  <a:lnTo>
                    <a:pt x="2725" y="497"/>
                  </a:lnTo>
                  <a:lnTo>
                    <a:pt x="2725" y="497"/>
                  </a:lnTo>
                  <a:close/>
                  <a:moveTo>
                    <a:pt x="1365" y="1"/>
                  </a:moveTo>
                  <a:lnTo>
                    <a:pt x="398" y="516"/>
                  </a:lnTo>
                  <a:cubicBezTo>
                    <a:pt x="342" y="547"/>
                    <a:pt x="280" y="562"/>
                    <a:pt x="219" y="562"/>
                  </a:cubicBezTo>
                  <a:cubicBezTo>
                    <a:pt x="157" y="562"/>
                    <a:pt x="96" y="547"/>
                    <a:pt x="40" y="516"/>
                  </a:cubicBezTo>
                  <a:lnTo>
                    <a:pt x="1" y="497"/>
                  </a:lnTo>
                  <a:lnTo>
                    <a:pt x="1" y="497"/>
                  </a:lnTo>
                  <a:lnTo>
                    <a:pt x="395" y="1866"/>
                  </a:lnTo>
                  <a:cubicBezTo>
                    <a:pt x="451" y="2060"/>
                    <a:pt x="452" y="2257"/>
                    <a:pt x="402" y="2443"/>
                  </a:cubicBezTo>
                  <a:lnTo>
                    <a:pt x="1540" y="1835"/>
                  </a:lnTo>
                  <a:lnTo>
                    <a:pt x="2709" y="2458"/>
                  </a:lnTo>
                  <a:cubicBezTo>
                    <a:pt x="2711" y="2458"/>
                    <a:pt x="2778" y="2496"/>
                    <a:pt x="2869" y="2496"/>
                  </a:cubicBezTo>
                  <a:cubicBezTo>
                    <a:pt x="2930" y="2496"/>
                    <a:pt x="3002" y="2479"/>
                    <a:pt x="3072" y="2423"/>
                  </a:cubicBezTo>
                  <a:cubicBezTo>
                    <a:pt x="3175" y="2339"/>
                    <a:pt x="3218" y="2202"/>
                    <a:pt x="3182" y="2076"/>
                  </a:cubicBezTo>
                  <a:lnTo>
                    <a:pt x="2725" y="497"/>
                  </a:lnTo>
                  <a:lnTo>
                    <a:pt x="2688" y="516"/>
                  </a:lnTo>
                  <a:cubicBezTo>
                    <a:pt x="2633" y="546"/>
                    <a:pt x="2573" y="560"/>
                    <a:pt x="2512" y="560"/>
                  </a:cubicBezTo>
                  <a:cubicBezTo>
                    <a:pt x="2451" y="560"/>
                    <a:pt x="2389" y="546"/>
                    <a:pt x="2333" y="516"/>
                  </a:cubicBezTo>
                  <a:lnTo>
                    <a:pt x="13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3"/>
            <p:cNvSpPr/>
            <p:nvPr/>
          </p:nvSpPr>
          <p:spPr>
            <a:xfrm>
              <a:off x="8290407" y="2522685"/>
              <a:ext cx="65768" cy="38108"/>
            </a:xfrm>
            <a:custGeom>
              <a:avLst/>
              <a:gdLst/>
              <a:ahLst/>
              <a:cxnLst/>
              <a:rect l="l" t="t" r="r" b="b"/>
              <a:pathLst>
                <a:path w="2285" h="1324" extrusionOk="0">
                  <a:moveTo>
                    <a:pt x="2285" y="1"/>
                  </a:moveTo>
                  <a:lnTo>
                    <a:pt x="1655" y="335"/>
                  </a:lnTo>
                  <a:cubicBezTo>
                    <a:pt x="1497" y="418"/>
                    <a:pt x="1321" y="462"/>
                    <a:pt x="1144" y="462"/>
                  </a:cubicBezTo>
                  <a:lnTo>
                    <a:pt x="279" y="462"/>
                  </a:lnTo>
                  <a:cubicBezTo>
                    <a:pt x="176" y="462"/>
                    <a:pt x="81" y="448"/>
                    <a:pt x="0" y="426"/>
                  </a:cubicBezTo>
                  <a:lnTo>
                    <a:pt x="0" y="1324"/>
                  </a:lnTo>
                  <a:lnTo>
                    <a:pt x="2285" y="1324"/>
                  </a:lnTo>
                  <a:lnTo>
                    <a:pt x="22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3"/>
            <p:cNvSpPr/>
            <p:nvPr/>
          </p:nvSpPr>
          <p:spPr>
            <a:xfrm>
              <a:off x="8283844" y="2230687"/>
              <a:ext cx="83268" cy="127737"/>
            </a:xfrm>
            <a:custGeom>
              <a:avLst/>
              <a:gdLst/>
              <a:ahLst/>
              <a:cxnLst/>
              <a:rect l="l" t="t" r="r" b="b"/>
              <a:pathLst>
                <a:path w="2893" h="4438" extrusionOk="0">
                  <a:moveTo>
                    <a:pt x="1363" y="0"/>
                  </a:moveTo>
                  <a:cubicBezTo>
                    <a:pt x="1228" y="0"/>
                    <a:pt x="1093" y="79"/>
                    <a:pt x="1046" y="237"/>
                  </a:cubicBezTo>
                  <a:lnTo>
                    <a:pt x="1" y="3865"/>
                  </a:lnTo>
                  <a:lnTo>
                    <a:pt x="60" y="4073"/>
                  </a:lnTo>
                  <a:lnTo>
                    <a:pt x="120" y="4284"/>
                  </a:lnTo>
                  <a:lnTo>
                    <a:pt x="418" y="4127"/>
                  </a:lnTo>
                  <a:cubicBezTo>
                    <a:pt x="474" y="4096"/>
                    <a:pt x="535" y="4081"/>
                    <a:pt x="597" y="4081"/>
                  </a:cubicBezTo>
                  <a:cubicBezTo>
                    <a:pt x="659" y="4081"/>
                    <a:pt x="721" y="4096"/>
                    <a:pt x="776" y="4127"/>
                  </a:cubicBezTo>
                  <a:lnTo>
                    <a:pt x="1362" y="4438"/>
                  </a:lnTo>
                  <a:lnTo>
                    <a:pt x="1949" y="4127"/>
                  </a:lnTo>
                  <a:cubicBezTo>
                    <a:pt x="2004" y="4096"/>
                    <a:pt x="2066" y="4081"/>
                    <a:pt x="2127" y="4081"/>
                  </a:cubicBezTo>
                  <a:cubicBezTo>
                    <a:pt x="2189" y="4081"/>
                    <a:pt x="2251" y="4096"/>
                    <a:pt x="2307" y="4127"/>
                  </a:cubicBezTo>
                  <a:lnTo>
                    <a:pt x="2892" y="4438"/>
                  </a:lnTo>
                  <a:lnTo>
                    <a:pt x="1680" y="237"/>
                  </a:lnTo>
                  <a:cubicBezTo>
                    <a:pt x="1633" y="79"/>
                    <a:pt x="1498" y="0"/>
                    <a:pt x="1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" name="Google Shape;233;p33"/>
          <p:cNvGrpSpPr/>
          <p:nvPr/>
        </p:nvGrpSpPr>
        <p:grpSpPr>
          <a:xfrm>
            <a:off x="5787959" y="1806731"/>
            <a:ext cx="242608" cy="373971"/>
            <a:chOff x="4785187" y="2825362"/>
            <a:chExt cx="242608" cy="373971"/>
          </a:xfrm>
        </p:grpSpPr>
        <p:sp>
          <p:nvSpPr>
            <p:cNvPr id="234" name="Google Shape;234;p33"/>
            <p:cNvSpPr/>
            <p:nvPr/>
          </p:nvSpPr>
          <p:spPr>
            <a:xfrm>
              <a:off x="4786627" y="3065667"/>
              <a:ext cx="240305" cy="133666"/>
            </a:xfrm>
            <a:custGeom>
              <a:avLst/>
              <a:gdLst/>
              <a:ahLst/>
              <a:cxnLst/>
              <a:rect l="l" t="t" r="r" b="b"/>
              <a:pathLst>
                <a:path w="8349" h="4644" extrusionOk="0">
                  <a:moveTo>
                    <a:pt x="481" y="0"/>
                  </a:moveTo>
                  <a:cubicBezTo>
                    <a:pt x="275" y="0"/>
                    <a:pt x="111" y="167"/>
                    <a:pt x="111" y="371"/>
                  </a:cubicBezTo>
                  <a:cubicBezTo>
                    <a:pt x="111" y="1890"/>
                    <a:pt x="1340" y="3120"/>
                    <a:pt x="2860" y="3120"/>
                  </a:cubicBezTo>
                  <a:lnTo>
                    <a:pt x="3793" y="3120"/>
                  </a:lnTo>
                  <a:lnTo>
                    <a:pt x="3793" y="3883"/>
                  </a:lnTo>
                  <a:lnTo>
                    <a:pt x="506" y="3883"/>
                  </a:lnTo>
                  <a:cubicBezTo>
                    <a:pt x="0" y="3902"/>
                    <a:pt x="2" y="4623"/>
                    <a:pt x="506" y="4644"/>
                  </a:cubicBezTo>
                  <a:lnTo>
                    <a:pt x="7844" y="4644"/>
                  </a:lnTo>
                  <a:cubicBezTo>
                    <a:pt x="8349" y="4623"/>
                    <a:pt x="8347" y="3902"/>
                    <a:pt x="7844" y="3883"/>
                  </a:cubicBezTo>
                  <a:lnTo>
                    <a:pt x="4554" y="3883"/>
                  </a:lnTo>
                  <a:lnTo>
                    <a:pt x="4554" y="3120"/>
                  </a:lnTo>
                  <a:lnTo>
                    <a:pt x="5488" y="3120"/>
                  </a:lnTo>
                  <a:cubicBezTo>
                    <a:pt x="7010" y="3120"/>
                    <a:pt x="8238" y="1890"/>
                    <a:pt x="8238" y="371"/>
                  </a:cubicBezTo>
                  <a:cubicBezTo>
                    <a:pt x="8238" y="167"/>
                    <a:pt x="8071" y="0"/>
                    <a:pt x="7868" y="0"/>
                  </a:cubicBezTo>
                  <a:lnTo>
                    <a:pt x="6669" y="0"/>
                  </a:lnTo>
                  <a:cubicBezTo>
                    <a:pt x="5816" y="0"/>
                    <a:pt x="5057" y="393"/>
                    <a:pt x="4556" y="1010"/>
                  </a:cubicBezTo>
                  <a:lnTo>
                    <a:pt x="4556" y="468"/>
                  </a:lnTo>
                  <a:cubicBezTo>
                    <a:pt x="4429" y="493"/>
                    <a:pt x="4302" y="507"/>
                    <a:pt x="4170" y="507"/>
                  </a:cubicBezTo>
                  <a:lnTo>
                    <a:pt x="4166" y="507"/>
                  </a:lnTo>
                  <a:cubicBezTo>
                    <a:pt x="4040" y="507"/>
                    <a:pt x="3916" y="496"/>
                    <a:pt x="3793" y="469"/>
                  </a:cubicBezTo>
                  <a:lnTo>
                    <a:pt x="3793" y="999"/>
                  </a:lnTo>
                  <a:cubicBezTo>
                    <a:pt x="3289" y="389"/>
                    <a:pt x="2527" y="0"/>
                    <a:pt x="16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3"/>
            <p:cNvSpPr/>
            <p:nvPr/>
          </p:nvSpPr>
          <p:spPr>
            <a:xfrm>
              <a:off x="4785187" y="2825362"/>
              <a:ext cx="242608" cy="233023"/>
            </a:xfrm>
            <a:custGeom>
              <a:avLst/>
              <a:gdLst/>
              <a:ahLst/>
              <a:cxnLst/>
              <a:rect l="l" t="t" r="r" b="b"/>
              <a:pathLst>
                <a:path w="8429" h="8096" extrusionOk="0">
                  <a:moveTo>
                    <a:pt x="4213" y="2446"/>
                  </a:moveTo>
                  <a:cubicBezTo>
                    <a:pt x="4215" y="2446"/>
                    <a:pt x="4217" y="2446"/>
                    <a:pt x="4219" y="2446"/>
                  </a:cubicBezTo>
                  <a:cubicBezTo>
                    <a:pt x="5104" y="2447"/>
                    <a:pt x="5821" y="3166"/>
                    <a:pt x="5820" y="4052"/>
                  </a:cubicBezTo>
                  <a:cubicBezTo>
                    <a:pt x="5776" y="5114"/>
                    <a:pt x="4996" y="5644"/>
                    <a:pt x="4216" y="5644"/>
                  </a:cubicBezTo>
                  <a:cubicBezTo>
                    <a:pt x="3434" y="5644"/>
                    <a:pt x="2652" y="5111"/>
                    <a:pt x="2612" y="4047"/>
                  </a:cubicBezTo>
                  <a:cubicBezTo>
                    <a:pt x="2612" y="3162"/>
                    <a:pt x="3328" y="2446"/>
                    <a:pt x="4213" y="2446"/>
                  </a:cubicBezTo>
                  <a:close/>
                  <a:moveTo>
                    <a:pt x="4219" y="1"/>
                  </a:moveTo>
                  <a:cubicBezTo>
                    <a:pt x="3855" y="1"/>
                    <a:pt x="3492" y="166"/>
                    <a:pt x="3268" y="496"/>
                  </a:cubicBezTo>
                  <a:cubicBezTo>
                    <a:pt x="3108" y="417"/>
                    <a:pt x="2941" y="381"/>
                    <a:pt x="2777" y="381"/>
                  </a:cubicBezTo>
                  <a:cubicBezTo>
                    <a:pt x="2202" y="381"/>
                    <a:pt x="1664" y="824"/>
                    <a:pt x="1620" y="1445"/>
                  </a:cubicBezTo>
                  <a:cubicBezTo>
                    <a:pt x="821" y="1499"/>
                    <a:pt x="316" y="2373"/>
                    <a:pt x="665" y="3091"/>
                  </a:cubicBezTo>
                  <a:cubicBezTo>
                    <a:pt x="2" y="3537"/>
                    <a:pt x="1" y="4546"/>
                    <a:pt x="662" y="4994"/>
                  </a:cubicBezTo>
                  <a:cubicBezTo>
                    <a:pt x="309" y="5712"/>
                    <a:pt x="813" y="6587"/>
                    <a:pt x="1612" y="6642"/>
                  </a:cubicBezTo>
                  <a:cubicBezTo>
                    <a:pt x="1641" y="7007"/>
                    <a:pt x="1842" y="7355"/>
                    <a:pt x="2184" y="7552"/>
                  </a:cubicBezTo>
                  <a:cubicBezTo>
                    <a:pt x="2367" y="7657"/>
                    <a:pt x="2566" y="7707"/>
                    <a:pt x="2763" y="7707"/>
                  </a:cubicBezTo>
                  <a:cubicBezTo>
                    <a:pt x="2934" y="7707"/>
                    <a:pt x="3103" y="7669"/>
                    <a:pt x="3258" y="7597"/>
                  </a:cubicBezTo>
                  <a:cubicBezTo>
                    <a:pt x="3481" y="7930"/>
                    <a:pt x="3846" y="8096"/>
                    <a:pt x="4211" y="8096"/>
                  </a:cubicBezTo>
                  <a:cubicBezTo>
                    <a:pt x="4574" y="8096"/>
                    <a:pt x="4937" y="7931"/>
                    <a:pt x="5161" y="7602"/>
                  </a:cubicBezTo>
                  <a:cubicBezTo>
                    <a:pt x="5320" y="7680"/>
                    <a:pt x="5487" y="7716"/>
                    <a:pt x="5651" y="7716"/>
                  </a:cubicBezTo>
                  <a:cubicBezTo>
                    <a:pt x="6226" y="7716"/>
                    <a:pt x="6765" y="7273"/>
                    <a:pt x="6808" y="6652"/>
                  </a:cubicBezTo>
                  <a:cubicBezTo>
                    <a:pt x="7607" y="6597"/>
                    <a:pt x="8113" y="5725"/>
                    <a:pt x="7764" y="5005"/>
                  </a:cubicBezTo>
                  <a:cubicBezTo>
                    <a:pt x="8427" y="4559"/>
                    <a:pt x="8428" y="3550"/>
                    <a:pt x="7766" y="3103"/>
                  </a:cubicBezTo>
                  <a:cubicBezTo>
                    <a:pt x="8120" y="2384"/>
                    <a:pt x="7616" y="1511"/>
                    <a:pt x="6817" y="1454"/>
                  </a:cubicBezTo>
                  <a:cubicBezTo>
                    <a:pt x="6775" y="832"/>
                    <a:pt x="6235" y="387"/>
                    <a:pt x="5658" y="387"/>
                  </a:cubicBezTo>
                  <a:cubicBezTo>
                    <a:pt x="5495" y="387"/>
                    <a:pt x="5329" y="422"/>
                    <a:pt x="5171" y="499"/>
                  </a:cubicBezTo>
                  <a:cubicBezTo>
                    <a:pt x="4948" y="167"/>
                    <a:pt x="4583" y="1"/>
                    <a:pt x="4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3"/>
            <p:cNvSpPr/>
            <p:nvPr/>
          </p:nvSpPr>
          <p:spPr>
            <a:xfrm>
              <a:off x="4882213" y="2917754"/>
              <a:ext cx="48499" cy="48441"/>
            </a:xfrm>
            <a:custGeom>
              <a:avLst/>
              <a:gdLst/>
              <a:ahLst/>
              <a:cxnLst/>
              <a:rect l="l" t="t" r="r" b="b"/>
              <a:pathLst>
                <a:path w="1685" h="1683" extrusionOk="0">
                  <a:moveTo>
                    <a:pt x="843" y="1"/>
                  </a:moveTo>
                  <a:cubicBezTo>
                    <a:pt x="433" y="1"/>
                    <a:pt x="23" y="279"/>
                    <a:pt x="1" y="837"/>
                  </a:cubicBezTo>
                  <a:cubicBezTo>
                    <a:pt x="1" y="1304"/>
                    <a:pt x="376" y="1682"/>
                    <a:pt x="842" y="1682"/>
                  </a:cubicBezTo>
                  <a:cubicBezTo>
                    <a:pt x="1308" y="1682"/>
                    <a:pt x="1685" y="1305"/>
                    <a:pt x="1685" y="840"/>
                  </a:cubicBezTo>
                  <a:cubicBezTo>
                    <a:pt x="1664" y="280"/>
                    <a:pt x="1254" y="1"/>
                    <a:pt x="8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" name="Google Shape;237;p33"/>
          <p:cNvGrpSpPr/>
          <p:nvPr/>
        </p:nvGrpSpPr>
        <p:grpSpPr>
          <a:xfrm>
            <a:off x="-906297" y="1665458"/>
            <a:ext cx="1812584" cy="1812584"/>
            <a:chOff x="3392700" y="-1198500"/>
            <a:chExt cx="2358600" cy="2358600"/>
          </a:xfrm>
        </p:grpSpPr>
        <p:sp>
          <p:nvSpPr>
            <p:cNvPr id="238" name="Google Shape;238;p33"/>
            <p:cNvSpPr/>
            <p:nvPr/>
          </p:nvSpPr>
          <p:spPr>
            <a:xfrm>
              <a:off x="3392700" y="-1198500"/>
              <a:ext cx="2358600" cy="2358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3"/>
            <p:cNvSpPr/>
            <p:nvPr/>
          </p:nvSpPr>
          <p:spPr>
            <a:xfrm>
              <a:off x="3608450" y="-982750"/>
              <a:ext cx="1927200" cy="19272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" name="Google Shape;240;p33"/>
          <p:cNvGrpSpPr/>
          <p:nvPr/>
        </p:nvGrpSpPr>
        <p:grpSpPr>
          <a:xfrm>
            <a:off x="2568235" y="1806730"/>
            <a:ext cx="381080" cy="374000"/>
            <a:chOff x="8031220" y="2230658"/>
            <a:chExt cx="381080" cy="374000"/>
          </a:xfrm>
        </p:grpSpPr>
        <p:sp>
          <p:nvSpPr>
            <p:cNvPr id="241" name="Google Shape;241;p33"/>
            <p:cNvSpPr/>
            <p:nvPr/>
          </p:nvSpPr>
          <p:spPr>
            <a:xfrm>
              <a:off x="8155676" y="2371548"/>
              <a:ext cx="132140" cy="63178"/>
            </a:xfrm>
            <a:custGeom>
              <a:avLst/>
              <a:gdLst/>
              <a:ahLst/>
              <a:cxnLst/>
              <a:rect l="l" t="t" r="r" b="b"/>
              <a:pathLst>
                <a:path w="4591" h="2195" extrusionOk="0">
                  <a:moveTo>
                    <a:pt x="1531" y="1"/>
                  </a:moveTo>
                  <a:lnTo>
                    <a:pt x="944" y="313"/>
                  </a:lnTo>
                  <a:cubicBezTo>
                    <a:pt x="888" y="343"/>
                    <a:pt x="827" y="358"/>
                    <a:pt x="765" y="358"/>
                  </a:cubicBezTo>
                  <a:cubicBezTo>
                    <a:pt x="703" y="358"/>
                    <a:pt x="641" y="343"/>
                    <a:pt x="586" y="313"/>
                  </a:cubicBezTo>
                  <a:lnTo>
                    <a:pt x="549" y="293"/>
                  </a:lnTo>
                  <a:lnTo>
                    <a:pt x="0" y="2195"/>
                  </a:lnTo>
                  <a:lnTo>
                    <a:pt x="972" y="1679"/>
                  </a:lnTo>
                  <a:cubicBezTo>
                    <a:pt x="1027" y="1648"/>
                    <a:pt x="1089" y="1633"/>
                    <a:pt x="1150" y="1633"/>
                  </a:cubicBezTo>
                  <a:cubicBezTo>
                    <a:pt x="1212" y="1633"/>
                    <a:pt x="1274" y="1648"/>
                    <a:pt x="1329" y="1679"/>
                  </a:cubicBezTo>
                  <a:lnTo>
                    <a:pt x="2298" y="2195"/>
                  </a:lnTo>
                  <a:lnTo>
                    <a:pt x="3265" y="1679"/>
                  </a:lnTo>
                  <a:cubicBezTo>
                    <a:pt x="3320" y="1648"/>
                    <a:pt x="3382" y="1633"/>
                    <a:pt x="3444" y="1633"/>
                  </a:cubicBezTo>
                  <a:cubicBezTo>
                    <a:pt x="3505" y="1633"/>
                    <a:pt x="3567" y="1648"/>
                    <a:pt x="3622" y="1679"/>
                  </a:cubicBezTo>
                  <a:lnTo>
                    <a:pt x="4591" y="2195"/>
                  </a:lnTo>
                  <a:lnTo>
                    <a:pt x="4040" y="293"/>
                  </a:lnTo>
                  <a:lnTo>
                    <a:pt x="4004" y="313"/>
                  </a:lnTo>
                  <a:cubicBezTo>
                    <a:pt x="3948" y="343"/>
                    <a:pt x="3887" y="358"/>
                    <a:pt x="3825" y="358"/>
                  </a:cubicBezTo>
                  <a:cubicBezTo>
                    <a:pt x="3764" y="358"/>
                    <a:pt x="3702" y="343"/>
                    <a:pt x="3646" y="313"/>
                  </a:cubicBezTo>
                  <a:lnTo>
                    <a:pt x="3060" y="1"/>
                  </a:lnTo>
                  <a:lnTo>
                    <a:pt x="2474" y="313"/>
                  </a:lnTo>
                  <a:cubicBezTo>
                    <a:pt x="2419" y="343"/>
                    <a:pt x="2357" y="358"/>
                    <a:pt x="2296" y="358"/>
                  </a:cubicBezTo>
                  <a:cubicBezTo>
                    <a:pt x="2234" y="358"/>
                    <a:pt x="2172" y="343"/>
                    <a:pt x="2117" y="313"/>
                  </a:cubicBezTo>
                  <a:lnTo>
                    <a:pt x="1531" y="1"/>
                  </a:lnTo>
                  <a:close/>
                  <a:moveTo>
                    <a:pt x="0" y="2195"/>
                  </a:moveTo>
                  <a:lnTo>
                    <a:pt x="0" y="2195"/>
                  </a:lnTo>
                  <a:lnTo>
                    <a:pt x="0" y="2195"/>
                  </a:lnTo>
                  <a:close/>
                  <a:moveTo>
                    <a:pt x="2298" y="2195"/>
                  </a:moveTo>
                  <a:lnTo>
                    <a:pt x="2298" y="2195"/>
                  </a:lnTo>
                  <a:lnTo>
                    <a:pt x="2298" y="21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3"/>
            <p:cNvSpPr/>
            <p:nvPr/>
          </p:nvSpPr>
          <p:spPr>
            <a:xfrm>
              <a:off x="8135413" y="2441893"/>
              <a:ext cx="172810" cy="71899"/>
            </a:xfrm>
            <a:custGeom>
              <a:avLst/>
              <a:gdLst/>
              <a:ahLst/>
              <a:cxnLst/>
              <a:rect l="l" t="t" r="r" b="b"/>
              <a:pathLst>
                <a:path w="6004" h="2498" extrusionOk="0">
                  <a:moveTo>
                    <a:pt x="1855" y="0"/>
                  </a:moveTo>
                  <a:lnTo>
                    <a:pt x="887" y="517"/>
                  </a:lnTo>
                  <a:cubicBezTo>
                    <a:pt x="831" y="548"/>
                    <a:pt x="770" y="563"/>
                    <a:pt x="708" y="563"/>
                  </a:cubicBezTo>
                  <a:cubicBezTo>
                    <a:pt x="646" y="563"/>
                    <a:pt x="584" y="548"/>
                    <a:pt x="529" y="517"/>
                  </a:cubicBezTo>
                  <a:lnTo>
                    <a:pt x="492" y="498"/>
                  </a:lnTo>
                  <a:lnTo>
                    <a:pt x="37" y="2077"/>
                  </a:lnTo>
                  <a:cubicBezTo>
                    <a:pt x="0" y="2204"/>
                    <a:pt x="41" y="2342"/>
                    <a:pt x="146" y="2424"/>
                  </a:cubicBezTo>
                  <a:cubicBezTo>
                    <a:pt x="206" y="2473"/>
                    <a:pt x="279" y="2498"/>
                    <a:pt x="353" y="2498"/>
                  </a:cubicBezTo>
                  <a:cubicBezTo>
                    <a:pt x="406" y="2498"/>
                    <a:pt x="460" y="2485"/>
                    <a:pt x="509" y="2459"/>
                  </a:cubicBezTo>
                  <a:lnTo>
                    <a:pt x="1677" y="1836"/>
                  </a:lnTo>
                  <a:lnTo>
                    <a:pt x="2845" y="2459"/>
                  </a:lnTo>
                  <a:cubicBezTo>
                    <a:pt x="2894" y="2484"/>
                    <a:pt x="2947" y="2497"/>
                    <a:pt x="3001" y="2497"/>
                  </a:cubicBezTo>
                  <a:cubicBezTo>
                    <a:pt x="3055" y="2497"/>
                    <a:pt x="3108" y="2484"/>
                    <a:pt x="3157" y="2459"/>
                  </a:cubicBezTo>
                  <a:lnTo>
                    <a:pt x="4325" y="1836"/>
                  </a:lnTo>
                  <a:lnTo>
                    <a:pt x="5493" y="2459"/>
                  </a:lnTo>
                  <a:cubicBezTo>
                    <a:pt x="5495" y="2459"/>
                    <a:pt x="5562" y="2497"/>
                    <a:pt x="5654" y="2497"/>
                  </a:cubicBezTo>
                  <a:cubicBezTo>
                    <a:pt x="5715" y="2497"/>
                    <a:pt x="5787" y="2480"/>
                    <a:pt x="5857" y="2424"/>
                  </a:cubicBezTo>
                  <a:cubicBezTo>
                    <a:pt x="5959" y="2340"/>
                    <a:pt x="6003" y="2203"/>
                    <a:pt x="5967" y="2077"/>
                  </a:cubicBezTo>
                  <a:lnTo>
                    <a:pt x="5510" y="498"/>
                  </a:lnTo>
                  <a:lnTo>
                    <a:pt x="5473" y="517"/>
                  </a:lnTo>
                  <a:cubicBezTo>
                    <a:pt x="5418" y="548"/>
                    <a:pt x="5356" y="563"/>
                    <a:pt x="5294" y="563"/>
                  </a:cubicBezTo>
                  <a:cubicBezTo>
                    <a:pt x="5232" y="563"/>
                    <a:pt x="5171" y="548"/>
                    <a:pt x="5115" y="517"/>
                  </a:cubicBezTo>
                  <a:lnTo>
                    <a:pt x="4148" y="0"/>
                  </a:lnTo>
                  <a:lnTo>
                    <a:pt x="3180" y="517"/>
                  </a:lnTo>
                  <a:cubicBezTo>
                    <a:pt x="3124" y="548"/>
                    <a:pt x="3063" y="563"/>
                    <a:pt x="3001" y="563"/>
                  </a:cubicBezTo>
                  <a:cubicBezTo>
                    <a:pt x="2939" y="563"/>
                    <a:pt x="2878" y="548"/>
                    <a:pt x="2822" y="517"/>
                  </a:cubicBezTo>
                  <a:lnTo>
                    <a:pt x="1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3"/>
            <p:cNvSpPr/>
            <p:nvPr/>
          </p:nvSpPr>
          <p:spPr>
            <a:xfrm>
              <a:off x="8188920" y="2522311"/>
              <a:ext cx="65768" cy="38453"/>
            </a:xfrm>
            <a:custGeom>
              <a:avLst/>
              <a:gdLst/>
              <a:ahLst/>
              <a:cxnLst/>
              <a:rect l="l" t="t" r="r" b="b"/>
              <a:pathLst>
                <a:path w="2285" h="1336" extrusionOk="0">
                  <a:moveTo>
                    <a:pt x="1" y="1"/>
                  </a:moveTo>
                  <a:lnTo>
                    <a:pt x="1" y="1335"/>
                  </a:lnTo>
                  <a:lnTo>
                    <a:pt x="2285" y="1335"/>
                  </a:lnTo>
                  <a:lnTo>
                    <a:pt x="2285" y="1"/>
                  </a:lnTo>
                  <a:lnTo>
                    <a:pt x="1655" y="338"/>
                  </a:lnTo>
                  <a:cubicBezTo>
                    <a:pt x="1498" y="424"/>
                    <a:pt x="1320" y="467"/>
                    <a:pt x="1143" y="467"/>
                  </a:cubicBezTo>
                  <a:cubicBezTo>
                    <a:pt x="966" y="467"/>
                    <a:pt x="789" y="424"/>
                    <a:pt x="632" y="3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3"/>
            <p:cNvSpPr/>
            <p:nvPr/>
          </p:nvSpPr>
          <p:spPr>
            <a:xfrm>
              <a:off x="8177781" y="2230687"/>
              <a:ext cx="88046" cy="127737"/>
            </a:xfrm>
            <a:custGeom>
              <a:avLst/>
              <a:gdLst/>
              <a:ahLst/>
              <a:cxnLst/>
              <a:rect l="l" t="t" r="r" b="b"/>
              <a:pathLst>
                <a:path w="3059" h="4438" extrusionOk="0">
                  <a:moveTo>
                    <a:pt x="1530" y="0"/>
                  </a:moveTo>
                  <a:cubicBezTo>
                    <a:pt x="1395" y="0"/>
                    <a:pt x="1260" y="79"/>
                    <a:pt x="1213" y="237"/>
                  </a:cubicBezTo>
                  <a:lnTo>
                    <a:pt x="1" y="4438"/>
                  </a:lnTo>
                  <a:lnTo>
                    <a:pt x="588" y="4127"/>
                  </a:lnTo>
                  <a:cubicBezTo>
                    <a:pt x="642" y="4096"/>
                    <a:pt x="703" y="4081"/>
                    <a:pt x="765" y="4081"/>
                  </a:cubicBezTo>
                  <a:cubicBezTo>
                    <a:pt x="826" y="4081"/>
                    <a:pt x="887" y="4096"/>
                    <a:pt x="943" y="4127"/>
                  </a:cubicBezTo>
                  <a:lnTo>
                    <a:pt x="1530" y="4438"/>
                  </a:lnTo>
                  <a:lnTo>
                    <a:pt x="2115" y="4127"/>
                  </a:lnTo>
                  <a:cubicBezTo>
                    <a:pt x="2171" y="4096"/>
                    <a:pt x="2233" y="4081"/>
                    <a:pt x="2294" y="4081"/>
                  </a:cubicBezTo>
                  <a:cubicBezTo>
                    <a:pt x="2356" y="4081"/>
                    <a:pt x="2418" y="4096"/>
                    <a:pt x="2473" y="4127"/>
                  </a:cubicBezTo>
                  <a:lnTo>
                    <a:pt x="3059" y="4438"/>
                  </a:lnTo>
                  <a:lnTo>
                    <a:pt x="1847" y="237"/>
                  </a:lnTo>
                  <a:cubicBezTo>
                    <a:pt x="1800" y="79"/>
                    <a:pt x="1665" y="0"/>
                    <a:pt x="1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3"/>
            <p:cNvSpPr/>
            <p:nvPr/>
          </p:nvSpPr>
          <p:spPr>
            <a:xfrm>
              <a:off x="8031220" y="2582668"/>
              <a:ext cx="381080" cy="21990"/>
            </a:xfrm>
            <a:custGeom>
              <a:avLst/>
              <a:gdLst/>
              <a:ahLst/>
              <a:cxnLst/>
              <a:rect l="l" t="t" r="r" b="b"/>
              <a:pathLst>
                <a:path w="13240" h="764" extrusionOk="0">
                  <a:moveTo>
                    <a:pt x="506" y="1"/>
                  </a:moveTo>
                  <a:cubicBezTo>
                    <a:pt x="1" y="21"/>
                    <a:pt x="2" y="743"/>
                    <a:pt x="506" y="763"/>
                  </a:cubicBezTo>
                  <a:lnTo>
                    <a:pt x="12736" y="763"/>
                  </a:lnTo>
                  <a:cubicBezTo>
                    <a:pt x="13240" y="743"/>
                    <a:pt x="13240" y="21"/>
                    <a:pt x="12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3"/>
            <p:cNvSpPr/>
            <p:nvPr/>
          </p:nvSpPr>
          <p:spPr>
            <a:xfrm>
              <a:off x="8054476" y="2371606"/>
              <a:ext cx="95587" cy="63206"/>
            </a:xfrm>
            <a:custGeom>
              <a:avLst/>
              <a:gdLst/>
              <a:ahLst/>
              <a:cxnLst/>
              <a:rect l="l" t="t" r="r" b="b"/>
              <a:pathLst>
                <a:path w="3321" h="2196" extrusionOk="0">
                  <a:moveTo>
                    <a:pt x="1530" y="0"/>
                  </a:moveTo>
                  <a:lnTo>
                    <a:pt x="944" y="313"/>
                  </a:lnTo>
                  <a:cubicBezTo>
                    <a:pt x="889" y="343"/>
                    <a:pt x="827" y="358"/>
                    <a:pt x="765" y="358"/>
                  </a:cubicBezTo>
                  <a:cubicBezTo>
                    <a:pt x="704" y="358"/>
                    <a:pt x="642" y="343"/>
                    <a:pt x="586" y="313"/>
                  </a:cubicBezTo>
                  <a:lnTo>
                    <a:pt x="550" y="292"/>
                  </a:lnTo>
                  <a:lnTo>
                    <a:pt x="1" y="2196"/>
                  </a:lnTo>
                  <a:lnTo>
                    <a:pt x="968" y="1679"/>
                  </a:lnTo>
                  <a:cubicBezTo>
                    <a:pt x="1025" y="1647"/>
                    <a:pt x="1087" y="1631"/>
                    <a:pt x="1149" y="1631"/>
                  </a:cubicBezTo>
                  <a:cubicBezTo>
                    <a:pt x="1210" y="1631"/>
                    <a:pt x="1271" y="1647"/>
                    <a:pt x="1327" y="1677"/>
                  </a:cubicBezTo>
                  <a:lnTo>
                    <a:pt x="2295" y="2193"/>
                  </a:lnTo>
                  <a:lnTo>
                    <a:pt x="2806" y="1921"/>
                  </a:lnTo>
                  <a:lnTo>
                    <a:pt x="3321" y="139"/>
                  </a:lnTo>
                  <a:lnTo>
                    <a:pt x="3061" y="0"/>
                  </a:lnTo>
                  <a:lnTo>
                    <a:pt x="2473" y="313"/>
                  </a:lnTo>
                  <a:cubicBezTo>
                    <a:pt x="2418" y="343"/>
                    <a:pt x="2357" y="358"/>
                    <a:pt x="2295" y="358"/>
                  </a:cubicBezTo>
                  <a:cubicBezTo>
                    <a:pt x="2234" y="358"/>
                    <a:pt x="2172" y="343"/>
                    <a:pt x="2116" y="313"/>
                  </a:cubicBezTo>
                  <a:lnTo>
                    <a:pt x="15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3"/>
            <p:cNvSpPr/>
            <p:nvPr/>
          </p:nvSpPr>
          <p:spPr>
            <a:xfrm>
              <a:off x="8034127" y="2441922"/>
              <a:ext cx="92680" cy="71870"/>
            </a:xfrm>
            <a:custGeom>
              <a:avLst/>
              <a:gdLst/>
              <a:ahLst/>
              <a:cxnLst/>
              <a:rect l="l" t="t" r="r" b="b"/>
              <a:pathLst>
                <a:path w="3220" h="2497" extrusionOk="0">
                  <a:moveTo>
                    <a:pt x="1856" y="1"/>
                  </a:moveTo>
                  <a:lnTo>
                    <a:pt x="887" y="516"/>
                  </a:lnTo>
                  <a:cubicBezTo>
                    <a:pt x="832" y="547"/>
                    <a:pt x="770" y="562"/>
                    <a:pt x="709" y="562"/>
                  </a:cubicBezTo>
                  <a:cubicBezTo>
                    <a:pt x="647" y="562"/>
                    <a:pt x="586" y="547"/>
                    <a:pt x="529" y="516"/>
                  </a:cubicBezTo>
                  <a:lnTo>
                    <a:pt x="493" y="497"/>
                  </a:lnTo>
                  <a:lnTo>
                    <a:pt x="37" y="2076"/>
                  </a:lnTo>
                  <a:cubicBezTo>
                    <a:pt x="1" y="2203"/>
                    <a:pt x="45" y="2341"/>
                    <a:pt x="147" y="2423"/>
                  </a:cubicBezTo>
                  <a:cubicBezTo>
                    <a:pt x="206" y="2472"/>
                    <a:pt x="280" y="2497"/>
                    <a:pt x="354" y="2497"/>
                  </a:cubicBezTo>
                  <a:cubicBezTo>
                    <a:pt x="408" y="2497"/>
                    <a:pt x="462" y="2484"/>
                    <a:pt x="510" y="2458"/>
                  </a:cubicBezTo>
                  <a:lnTo>
                    <a:pt x="1679" y="1835"/>
                  </a:lnTo>
                  <a:lnTo>
                    <a:pt x="2818" y="2443"/>
                  </a:lnTo>
                  <a:cubicBezTo>
                    <a:pt x="2770" y="2257"/>
                    <a:pt x="2770" y="2060"/>
                    <a:pt x="2825" y="1866"/>
                  </a:cubicBezTo>
                  <a:lnTo>
                    <a:pt x="3220" y="497"/>
                  </a:lnTo>
                  <a:lnTo>
                    <a:pt x="3180" y="516"/>
                  </a:lnTo>
                  <a:cubicBezTo>
                    <a:pt x="3125" y="547"/>
                    <a:pt x="3064" y="562"/>
                    <a:pt x="3002" y="562"/>
                  </a:cubicBezTo>
                  <a:cubicBezTo>
                    <a:pt x="2941" y="562"/>
                    <a:pt x="2879" y="547"/>
                    <a:pt x="2823" y="516"/>
                  </a:cubicBez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3"/>
            <p:cNvSpPr/>
            <p:nvPr/>
          </p:nvSpPr>
          <p:spPr>
            <a:xfrm>
              <a:off x="8087404" y="2522656"/>
              <a:ext cx="65768" cy="38108"/>
            </a:xfrm>
            <a:custGeom>
              <a:avLst/>
              <a:gdLst/>
              <a:ahLst/>
              <a:cxnLst/>
              <a:rect l="l" t="t" r="r" b="b"/>
              <a:pathLst>
                <a:path w="2285" h="1324" extrusionOk="0">
                  <a:moveTo>
                    <a:pt x="0" y="0"/>
                  </a:moveTo>
                  <a:lnTo>
                    <a:pt x="0" y="1323"/>
                  </a:lnTo>
                  <a:lnTo>
                    <a:pt x="2285" y="1323"/>
                  </a:lnTo>
                  <a:lnTo>
                    <a:pt x="2285" y="425"/>
                  </a:lnTo>
                  <a:cubicBezTo>
                    <a:pt x="2196" y="449"/>
                    <a:pt x="2104" y="459"/>
                    <a:pt x="2011" y="459"/>
                  </a:cubicBezTo>
                  <a:lnTo>
                    <a:pt x="1142" y="462"/>
                  </a:lnTo>
                  <a:cubicBezTo>
                    <a:pt x="964" y="462"/>
                    <a:pt x="788" y="418"/>
                    <a:pt x="631" y="33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3"/>
            <p:cNvSpPr/>
            <p:nvPr/>
          </p:nvSpPr>
          <p:spPr>
            <a:xfrm>
              <a:off x="8076553" y="2230658"/>
              <a:ext cx="83268" cy="127766"/>
            </a:xfrm>
            <a:custGeom>
              <a:avLst/>
              <a:gdLst/>
              <a:ahLst/>
              <a:cxnLst/>
              <a:rect l="l" t="t" r="r" b="b"/>
              <a:pathLst>
                <a:path w="2893" h="4439" extrusionOk="0">
                  <a:moveTo>
                    <a:pt x="1529" y="0"/>
                  </a:moveTo>
                  <a:cubicBezTo>
                    <a:pt x="1394" y="0"/>
                    <a:pt x="1259" y="79"/>
                    <a:pt x="1213" y="237"/>
                  </a:cubicBezTo>
                  <a:lnTo>
                    <a:pt x="0" y="4437"/>
                  </a:lnTo>
                  <a:lnTo>
                    <a:pt x="586" y="4125"/>
                  </a:lnTo>
                  <a:cubicBezTo>
                    <a:pt x="640" y="4096"/>
                    <a:pt x="700" y="4081"/>
                    <a:pt x="761" y="4081"/>
                  </a:cubicBezTo>
                  <a:cubicBezTo>
                    <a:pt x="823" y="4081"/>
                    <a:pt x="886" y="4097"/>
                    <a:pt x="943" y="4128"/>
                  </a:cubicBezTo>
                  <a:lnTo>
                    <a:pt x="1528" y="4439"/>
                  </a:lnTo>
                  <a:lnTo>
                    <a:pt x="2114" y="4128"/>
                  </a:lnTo>
                  <a:cubicBezTo>
                    <a:pt x="2169" y="4097"/>
                    <a:pt x="2231" y="4082"/>
                    <a:pt x="2293" y="4082"/>
                  </a:cubicBezTo>
                  <a:cubicBezTo>
                    <a:pt x="2355" y="4082"/>
                    <a:pt x="2416" y="4097"/>
                    <a:pt x="2472" y="4128"/>
                  </a:cubicBezTo>
                  <a:lnTo>
                    <a:pt x="2770" y="4285"/>
                  </a:lnTo>
                  <a:lnTo>
                    <a:pt x="2892" y="3865"/>
                  </a:lnTo>
                  <a:lnTo>
                    <a:pt x="1845" y="237"/>
                  </a:lnTo>
                  <a:cubicBezTo>
                    <a:pt x="1799" y="79"/>
                    <a:pt x="1664" y="0"/>
                    <a:pt x="15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3"/>
            <p:cNvSpPr/>
            <p:nvPr/>
          </p:nvSpPr>
          <p:spPr>
            <a:xfrm>
              <a:off x="8293429" y="2371520"/>
              <a:ext cx="95587" cy="63120"/>
            </a:xfrm>
            <a:custGeom>
              <a:avLst/>
              <a:gdLst/>
              <a:ahLst/>
              <a:cxnLst/>
              <a:rect l="l" t="t" r="r" b="b"/>
              <a:pathLst>
                <a:path w="3321" h="2193" extrusionOk="0">
                  <a:moveTo>
                    <a:pt x="262" y="0"/>
                  </a:moveTo>
                  <a:lnTo>
                    <a:pt x="1" y="139"/>
                  </a:lnTo>
                  <a:lnTo>
                    <a:pt x="516" y="1921"/>
                  </a:lnTo>
                  <a:lnTo>
                    <a:pt x="1027" y="2193"/>
                  </a:lnTo>
                  <a:lnTo>
                    <a:pt x="1996" y="1676"/>
                  </a:lnTo>
                  <a:cubicBezTo>
                    <a:pt x="2051" y="1646"/>
                    <a:pt x="2113" y="1631"/>
                    <a:pt x="2174" y="1631"/>
                  </a:cubicBezTo>
                  <a:cubicBezTo>
                    <a:pt x="2236" y="1631"/>
                    <a:pt x="2297" y="1646"/>
                    <a:pt x="2354" y="1676"/>
                  </a:cubicBezTo>
                  <a:lnTo>
                    <a:pt x="3320" y="2193"/>
                  </a:lnTo>
                  <a:lnTo>
                    <a:pt x="2771" y="290"/>
                  </a:lnTo>
                  <a:lnTo>
                    <a:pt x="2735" y="310"/>
                  </a:lnTo>
                  <a:cubicBezTo>
                    <a:pt x="2680" y="342"/>
                    <a:pt x="2618" y="357"/>
                    <a:pt x="2556" y="357"/>
                  </a:cubicBezTo>
                  <a:cubicBezTo>
                    <a:pt x="2495" y="357"/>
                    <a:pt x="2434" y="342"/>
                    <a:pt x="2378" y="312"/>
                  </a:cubicBezTo>
                  <a:lnTo>
                    <a:pt x="1793" y="0"/>
                  </a:lnTo>
                  <a:lnTo>
                    <a:pt x="1206" y="312"/>
                  </a:lnTo>
                  <a:cubicBezTo>
                    <a:pt x="1150" y="342"/>
                    <a:pt x="1089" y="358"/>
                    <a:pt x="1027" y="358"/>
                  </a:cubicBezTo>
                  <a:cubicBezTo>
                    <a:pt x="966" y="358"/>
                    <a:pt x="904" y="342"/>
                    <a:pt x="848" y="312"/>
                  </a:cubicBezTo>
                  <a:lnTo>
                    <a:pt x="2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3"/>
            <p:cNvSpPr/>
            <p:nvPr/>
          </p:nvSpPr>
          <p:spPr>
            <a:xfrm>
              <a:off x="8316714" y="2441922"/>
              <a:ext cx="92651" cy="71870"/>
            </a:xfrm>
            <a:custGeom>
              <a:avLst/>
              <a:gdLst/>
              <a:ahLst/>
              <a:cxnLst/>
              <a:rect l="l" t="t" r="r" b="b"/>
              <a:pathLst>
                <a:path w="3219" h="2497" extrusionOk="0">
                  <a:moveTo>
                    <a:pt x="2725" y="497"/>
                  </a:moveTo>
                  <a:lnTo>
                    <a:pt x="2725" y="497"/>
                  </a:lnTo>
                  <a:lnTo>
                    <a:pt x="2725" y="497"/>
                  </a:lnTo>
                  <a:close/>
                  <a:moveTo>
                    <a:pt x="1365" y="1"/>
                  </a:moveTo>
                  <a:lnTo>
                    <a:pt x="398" y="516"/>
                  </a:lnTo>
                  <a:cubicBezTo>
                    <a:pt x="342" y="547"/>
                    <a:pt x="280" y="562"/>
                    <a:pt x="219" y="562"/>
                  </a:cubicBezTo>
                  <a:cubicBezTo>
                    <a:pt x="157" y="562"/>
                    <a:pt x="96" y="547"/>
                    <a:pt x="40" y="516"/>
                  </a:cubicBezTo>
                  <a:lnTo>
                    <a:pt x="1" y="497"/>
                  </a:lnTo>
                  <a:lnTo>
                    <a:pt x="1" y="497"/>
                  </a:lnTo>
                  <a:lnTo>
                    <a:pt x="395" y="1866"/>
                  </a:lnTo>
                  <a:cubicBezTo>
                    <a:pt x="451" y="2060"/>
                    <a:pt x="452" y="2257"/>
                    <a:pt x="402" y="2443"/>
                  </a:cubicBezTo>
                  <a:lnTo>
                    <a:pt x="1540" y="1835"/>
                  </a:lnTo>
                  <a:lnTo>
                    <a:pt x="2709" y="2458"/>
                  </a:lnTo>
                  <a:cubicBezTo>
                    <a:pt x="2711" y="2458"/>
                    <a:pt x="2778" y="2496"/>
                    <a:pt x="2869" y="2496"/>
                  </a:cubicBezTo>
                  <a:cubicBezTo>
                    <a:pt x="2930" y="2496"/>
                    <a:pt x="3002" y="2479"/>
                    <a:pt x="3072" y="2423"/>
                  </a:cubicBezTo>
                  <a:cubicBezTo>
                    <a:pt x="3175" y="2339"/>
                    <a:pt x="3218" y="2202"/>
                    <a:pt x="3182" y="2076"/>
                  </a:cubicBezTo>
                  <a:lnTo>
                    <a:pt x="2725" y="497"/>
                  </a:lnTo>
                  <a:lnTo>
                    <a:pt x="2688" y="516"/>
                  </a:lnTo>
                  <a:cubicBezTo>
                    <a:pt x="2633" y="546"/>
                    <a:pt x="2573" y="560"/>
                    <a:pt x="2512" y="560"/>
                  </a:cubicBezTo>
                  <a:cubicBezTo>
                    <a:pt x="2451" y="560"/>
                    <a:pt x="2389" y="546"/>
                    <a:pt x="2333" y="516"/>
                  </a:cubicBezTo>
                  <a:lnTo>
                    <a:pt x="13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3"/>
            <p:cNvSpPr/>
            <p:nvPr/>
          </p:nvSpPr>
          <p:spPr>
            <a:xfrm>
              <a:off x="8290407" y="2522685"/>
              <a:ext cx="65768" cy="38108"/>
            </a:xfrm>
            <a:custGeom>
              <a:avLst/>
              <a:gdLst/>
              <a:ahLst/>
              <a:cxnLst/>
              <a:rect l="l" t="t" r="r" b="b"/>
              <a:pathLst>
                <a:path w="2285" h="1324" extrusionOk="0">
                  <a:moveTo>
                    <a:pt x="2285" y="1"/>
                  </a:moveTo>
                  <a:lnTo>
                    <a:pt x="1655" y="335"/>
                  </a:lnTo>
                  <a:cubicBezTo>
                    <a:pt x="1497" y="418"/>
                    <a:pt x="1321" y="462"/>
                    <a:pt x="1144" y="462"/>
                  </a:cubicBezTo>
                  <a:lnTo>
                    <a:pt x="279" y="462"/>
                  </a:lnTo>
                  <a:cubicBezTo>
                    <a:pt x="176" y="462"/>
                    <a:pt x="81" y="448"/>
                    <a:pt x="0" y="426"/>
                  </a:cubicBezTo>
                  <a:lnTo>
                    <a:pt x="0" y="1324"/>
                  </a:lnTo>
                  <a:lnTo>
                    <a:pt x="2285" y="1324"/>
                  </a:lnTo>
                  <a:lnTo>
                    <a:pt x="22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3"/>
            <p:cNvSpPr/>
            <p:nvPr/>
          </p:nvSpPr>
          <p:spPr>
            <a:xfrm>
              <a:off x="8283844" y="2230687"/>
              <a:ext cx="83268" cy="127737"/>
            </a:xfrm>
            <a:custGeom>
              <a:avLst/>
              <a:gdLst/>
              <a:ahLst/>
              <a:cxnLst/>
              <a:rect l="l" t="t" r="r" b="b"/>
              <a:pathLst>
                <a:path w="2893" h="4438" extrusionOk="0">
                  <a:moveTo>
                    <a:pt x="1363" y="0"/>
                  </a:moveTo>
                  <a:cubicBezTo>
                    <a:pt x="1228" y="0"/>
                    <a:pt x="1093" y="79"/>
                    <a:pt x="1046" y="237"/>
                  </a:cubicBezTo>
                  <a:lnTo>
                    <a:pt x="1" y="3865"/>
                  </a:lnTo>
                  <a:lnTo>
                    <a:pt x="60" y="4073"/>
                  </a:lnTo>
                  <a:lnTo>
                    <a:pt x="120" y="4284"/>
                  </a:lnTo>
                  <a:lnTo>
                    <a:pt x="418" y="4127"/>
                  </a:lnTo>
                  <a:cubicBezTo>
                    <a:pt x="474" y="4096"/>
                    <a:pt x="535" y="4081"/>
                    <a:pt x="597" y="4081"/>
                  </a:cubicBezTo>
                  <a:cubicBezTo>
                    <a:pt x="659" y="4081"/>
                    <a:pt x="721" y="4096"/>
                    <a:pt x="776" y="4127"/>
                  </a:cubicBezTo>
                  <a:lnTo>
                    <a:pt x="1362" y="4438"/>
                  </a:lnTo>
                  <a:lnTo>
                    <a:pt x="1949" y="4127"/>
                  </a:lnTo>
                  <a:cubicBezTo>
                    <a:pt x="2004" y="4096"/>
                    <a:pt x="2066" y="4081"/>
                    <a:pt x="2127" y="4081"/>
                  </a:cubicBezTo>
                  <a:cubicBezTo>
                    <a:pt x="2189" y="4081"/>
                    <a:pt x="2251" y="4096"/>
                    <a:pt x="2307" y="4127"/>
                  </a:cubicBezTo>
                  <a:lnTo>
                    <a:pt x="2892" y="4438"/>
                  </a:lnTo>
                  <a:lnTo>
                    <a:pt x="1680" y="237"/>
                  </a:lnTo>
                  <a:cubicBezTo>
                    <a:pt x="1633" y="79"/>
                    <a:pt x="1498" y="0"/>
                    <a:pt x="1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35"/>
          <p:cNvGrpSpPr/>
          <p:nvPr/>
        </p:nvGrpSpPr>
        <p:grpSpPr>
          <a:xfrm>
            <a:off x="3594858" y="3330908"/>
            <a:ext cx="1812584" cy="1812584"/>
            <a:chOff x="3392700" y="-1198500"/>
            <a:chExt cx="2358600" cy="2358600"/>
          </a:xfrm>
        </p:grpSpPr>
        <p:sp>
          <p:nvSpPr>
            <p:cNvPr id="268" name="Google Shape;268;p35"/>
            <p:cNvSpPr/>
            <p:nvPr/>
          </p:nvSpPr>
          <p:spPr>
            <a:xfrm>
              <a:off x="3392700" y="-1198500"/>
              <a:ext cx="2358600" cy="235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5"/>
            <p:cNvSpPr/>
            <p:nvPr/>
          </p:nvSpPr>
          <p:spPr>
            <a:xfrm>
              <a:off x="3608450" y="-982750"/>
              <a:ext cx="1927200" cy="19272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70" name="Google Shape;270;p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0147" b="10139"/>
          <a:stretch/>
        </p:blipFill>
        <p:spPr>
          <a:xfrm>
            <a:off x="331050" y="315300"/>
            <a:ext cx="8481900" cy="4512901"/>
          </a:xfrm>
          <a:prstGeom prst="rect">
            <a:avLst/>
          </a:prstGeom>
        </p:spPr>
      </p:pic>
      <p:sp>
        <p:nvSpPr>
          <p:cNvPr id="271" name="Google Shape;271;p35"/>
          <p:cNvSpPr txBox="1">
            <a:spLocks noGrp="1"/>
          </p:cNvSpPr>
          <p:nvPr>
            <p:ph type="title"/>
          </p:nvPr>
        </p:nvSpPr>
        <p:spPr>
          <a:xfrm>
            <a:off x="1947700" y="493325"/>
            <a:ext cx="5216700" cy="10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" sz="4400" u="sng">
                <a:solidFill>
                  <a:srgbClr val="00000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Components Used</a:t>
            </a:r>
            <a:endParaRPr sz="4400" u="sng">
              <a:solidFill>
                <a:srgbClr val="000000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u="sng"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272" name="Google Shape;272;p35"/>
          <p:cNvSpPr txBox="1">
            <a:spLocks noGrp="1"/>
          </p:cNvSpPr>
          <p:nvPr>
            <p:ph type="subTitle" idx="1"/>
          </p:nvPr>
        </p:nvSpPr>
        <p:spPr>
          <a:xfrm>
            <a:off x="1947700" y="1281950"/>
            <a:ext cx="5216700" cy="3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•ESP32 Microcontroller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•Soil Moisture Sensor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•NPK Sensor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•pH Sensor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•Temperature Sensor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•OLED Display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•Water Pump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•Power Supply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34"/>
          <p:cNvGrpSpPr/>
          <p:nvPr/>
        </p:nvGrpSpPr>
        <p:grpSpPr>
          <a:xfrm>
            <a:off x="3594858" y="3330908"/>
            <a:ext cx="1812584" cy="1812584"/>
            <a:chOff x="3392700" y="-1198500"/>
            <a:chExt cx="2358600" cy="2358600"/>
          </a:xfrm>
        </p:grpSpPr>
        <p:sp>
          <p:nvSpPr>
            <p:cNvPr id="259" name="Google Shape;259;p34"/>
            <p:cNvSpPr/>
            <p:nvPr/>
          </p:nvSpPr>
          <p:spPr>
            <a:xfrm>
              <a:off x="3392700" y="-1198500"/>
              <a:ext cx="2358600" cy="235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4"/>
            <p:cNvSpPr/>
            <p:nvPr/>
          </p:nvSpPr>
          <p:spPr>
            <a:xfrm>
              <a:off x="3608450" y="-982750"/>
              <a:ext cx="1927200" cy="19272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1" name="Google Shape;261;p34"/>
          <p:cNvSpPr txBox="1"/>
          <p:nvPr/>
        </p:nvSpPr>
        <p:spPr>
          <a:xfrm>
            <a:off x="3206275" y="68350"/>
            <a:ext cx="3959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Block Diagram</a:t>
            </a:r>
            <a:endParaRPr sz="1800" b="1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62" name="Google Shape;262;p34" title="block Diagram-Page-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4968"/>
            <a:ext cx="9144001" cy="4408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>
            <a:spLocks noGrp="1"/>
          </p:cNvSpPr>
          <p:nvPr>
            <p:ph type="title"/>
          </p:nvPr>
        </p:nvSpPr>
        <p:spPr>
          <a:xfrm>
            <a:off x="0" y="315300"/>
            <a:ext cx="4425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" sz="2500" u="sng">
                <a:solidFill>
                  <a:srgbClr val="00000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Implementation Results</a:t>
            </a:r>
            <a:endParaRPr sz="2200" u="sng">
              <a:solidFill>
                <a:srgbClr val="000000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u="sng"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278" name="Google Shape;278;p36"/>
          <p:cNvSpPr txBox="1">
            <a:spLocks noGrp="1"/>
          </p:cNvSpPr>
          <p:nvPr>
            <p:ph type="subTitle" idx="2"/>
          </p:nvPr>
        </p:nvSpPr>
        <p:spPr>
          <a:xfrm>
            <a:off x="203300" y="1050650"/>
            <a:ext cx="3864300" cy="40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System Accuracy:</a:t>
            </a:r>
            <a:r>
              <a:rPr lang="en" sz="1300">
                <a:latin typeface="Roboto Mono"/>
                <a:ea typeface="Roboto Mono"/>
                <a:cs typeface="Roboto Mono"/>
                <a:sym typeface="Roboto Mono"/>
              </a:rPr>
              <a:t> The ESP32 successfully processed real-time data for Nitrogen, Phosphorus, Potassium (NPK) , and pH levels.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Automation Success:</a:t>
            </a:r>
            <a:r>
              <a:rPr lang="en" sz="1300">
                <a:latin typeface="Roboto Mono"/>
                <a:ea typeface="Roboto Mono"/>
                <a:cs typeface="Roboto Mono"/>
                <a:sym typeface="Roboto Mono"/>
              </a:rPr>
              <a:t> The Relay Module triggered the 5v Water Pump ON when moisture was low and OFF when the optimal level was reached.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 Mono SemiBold"/>
                <a:ea typeface="Roboto Mono SemiBold"/>
                <a:cs typeface="Roboto Mono SemiBold"/>
                <a:sym typeface="Roboto Mono SemiBold"/>
              </a:rPr>
              <a:t>Data Visualization:</a:t>
            </a:r>
            <a:r>
              <a:rPr lang="en" sz="1300">
                <a:latin typeface="Roboto Mono"/>
                <a:ea typeface="Roboto Mono"/>
                <a:cs typeface="Roboto Mono"/>
                <a:sym typeface="Roboto Mono"/>
              </a:rPr>
              <a:t> Real-time soil metrics were clearly displayed on the 1.3-inch OLED Display , removing all farming guesswork.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79" name="Google Shape;279;p36"/>
          <p:cNvPicPr preferRelativeResize="0"/>
          <p:nvPr/>
        </p:nvPicPr>
        <p:blipFill rotWithShape="1">
          <a:blip r:embed="rId3">
            <a:alphaModFix/>
          </a:blip>
          <a:srcRect l="-24390" t="-120905" r="24390" b="121353"/>
          <a:stretch/>
        </p:blipFill>
        <p:spPr>
          <a:xfrm>
            <a:off x="4947400" y="1127525"/>
            <a:ext cx="1548975" cy="1472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6"/>
          <p:cNvPicPr preferRelativeResize="0"/>
          <p:nvPr/>
        </p:nvPicPr>
        <p:blipFill rotWithShape="1">
          <a:blip r:embed="rId4">
            <a:alphaModFix/>
          </a:blip>
          <a:srcRect t="-10890" b="9490"/>
          <a:stretch/>
        </p:blipFill>
        <p:spPr>
          <a:xfrm>
            <a:off x="6329075" y="2600275"/>
            <a:ext cx="2814924" cy="2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9075" y="487025"/>
            <a:ext cx="2759676" cy="2062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0325" y="1329313"/>
            <a:ext cx="1866201" cy="248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37"/>
          <p:cNvGrpSpPr/>
          <p:nvPr/>
        </p:nvGrpSpPr>
        <p:grpSpPr>
          <a:xfrm>
            <a:off x="5489063" y="938103"/>
            <a:ext cx="3575780" cy="3529436"/>
            <a:chOff x="4891586" y="754950"/>
            <a:chExt cx="1769400" cy="3032943"/>
          </a:xfrm>
        </p:grpSpPr>
        <p:sp>
          <p:nvSpPr>
            <p:cNvPr id="288" name="Google Shape;288;p37"/>
            <p:cNvSpPr/>
            <p:nvPr/>
          </p:nvSpPr>
          <p:spPr>
            <a:xfrm>
              <a:off x="4891586" y="770793"/>
              <a:ext cx="1769400" cy="3017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7"/>
            <p:cNvSpPr/>
            <p:nvPr/>
          </p:nvSpPr>
          <p:spPr>
            <a:xfrm>
              <a:off x="5637025" y="3571315"/>
              <a:ext cx="278100" cy="8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7"/>
            <p:cNvSpPr/>
            <p:nvPr/>
          </p:nvSpPr>
          <p:spPr>
            <a:xfrm>
              <a:off x="5709900" y="754950"/>
              <a:ext cx="132300" cy="8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1" name="Google Shape;291;p37"/>
          <p:cNvSpPr txBox="1">
            <a:spLocks noGrp="1"/>
          </p:cNvSpPr>
          <p:nvPr>
            <p:ph type="title"/>
          </p:nvPr>
        </p:nvSpPr>
        <p:spPr>
          <a:xfrm>
            <a:off x="739425" y="-232075"/>
            <a:ext cx="50301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Challenges &amp; Solutions</a:t>
            </a:r>
            <a:endParaRPr sz="1900"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292" name="Google Shape;292;p37"/>
          <p:cNvSpPr txBox="1">
            <a:spLocks noGrp="1"/>
          </p:cNvSpPr>
          <p:nvPr>
            <p:ph type="subTitle" idx="1"/>
          </p:nvPr>
        </p:nvSpPr>
        <p:spPr>
          <a:xfrm>
            <a:off x="1458250" y="1054100"/>
            <a:ext cx="3575700" cy="34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Sensor Calibration: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Managed signal stability for the NPK sensor using an RS485-TTL Converter for accurate data processing by the ESP32.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Power Management: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Used a dedicated 5v Power Supply for the Water Pump Motor to prevent system resets during irrigation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Hardware Integration:</a:t>
            </a: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Successfully wired the Analog pH and Temperature sensors to provide a comprehensive soil monitoring interface.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293" name="Google Shape;293;p37"/>
          <p:cNvGrpSpPr/>
          <p:nvPr/>
        </p:nvGrpSpPr>
        <p:grpSpPr>
          <a:xfrm>
            <a:off x="-906292" y="1665458"/>
            <a:ext cx="1812584" cy="1812584"/>
            <a:chOff x="3392700" y="-1198500"/>
            <a:chExt cx="2358600" cy="2358600"/>
          </a:xfrm>
        </p:grpSpPr>
        <p:sp>
          <p:nvSpPr>
            <p:cNvPr id="294" name="Google Shape;294;p37"/>
            <p:cNvSpPr/>
            <p:nvPr/>
          </p:nvSpPr>
          <p:spPr>
            <a:xfrm>
              <a:off x="3392700" y="-1198500"/>
              <a:ext cx="2358600" cy="2358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7"/>
            <p:cNvSpPr/>
            <p:nvPr/>
          </p:nvSpPr>
          <p:spPr>
            <a:xfrm>
              <a:off x="3608450" y="-982750"/>
              <a:ext cx="1927200" cy="19272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96" name="Google Shape;29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1176" y="1400575"/>
            <a:ext cx="2647725" cy="2604499"/>
          </a:xfrm>
          <a:prstGeom prst="rect">
            <a:avLst/>
          </a:prstGeom>
          <a:solidFill>
            <a:schemeClr val="dk2"/>
          </a:solid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 txBox="1"/>
          <p:nvPr/>
        </p:nvSpPr>
        <p:spPr>
          <a:xfrm>
            <a:off x="6390250" y="2176476"/>
            <a:ext cx="20799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  <a:t>Alert System</a:t>
            </a:r>
            <a:endParaRPr sz="1600">
              <a:solidFill>
                <a:schemeClr val="accen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6350925" y="1430050"/>
            <a:ext cx="2079900" cy="7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Send SMS or app notifications when soil conditions require attention.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3" name="Google Shape;303;p38"/>
          <p:cNvSpPr txBox="1"/>
          <p:nvPr/>
        </p:nvSpPr>
        <p:spPr>
          <a:xfrm>
            <a:off x="3798450" y="3492499"/>
            <a:ext cx="2079900" cy="49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  <a:t>Solar Integration</a:t>
            </a:r>
            <a:endParaRPr sz="1600">
              <a:solidFill>
                <a:schemeClr val="accen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4" name="Google Shape;304;p38"/>
          <p:cNvSpPr txBox="1"/>
          <p:nvPr/>
        </p:nvSpPr>
        <p:spPr>
          <a:xfrm>
            <a:off x="3798525" y="1430050"/>
            <a:ext cx="20799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Enable farmers to track soil and irrigation data through a mobile app 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3798575" y="3991174"/>
            <a:ext cx="20799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Power the system using solar energy for continuous field operation.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6" name="Google Shape;306;p38"/>
          <p:cNvSpPr txBox="1"/>
          <p:nvPr/>
        </p:nvSpPr>
        <p:spPr>
          <a:xfrm>
            <a:off x="6350900" y="3492574"/>
            <a:ext cx="2079900" cy="49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  <a:t>Fertilizer Automation</a:t>
            </a:r>
            <a:endParaRPr sz="1600">
              <a:solidFill>
                <a:schemeClr val="accen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7" name="Google Shape;307;p38"/>
          <p:cNvSpPr txBox="1"/>
          <p:nvPr/>
        </p:nvSpPr>
        <p:spPr>
          <a:xfrm>
            <a:off x="6350925" y="3991174"/>
            <a:ext cx="2079900" cy="8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Add automatic fertilizer control for balanced nutrient management.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8" name="Google Shape;308;p38"/>
          <p:cNvSpPr txBox="1"/>
          <p:nvPr/>
        </p:nvSpPr>
        <p:spPr>
          <a:xfrm>
            <a:off x="3798450" y="2176476"/>
            <a:ext cx="20799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  <a:t>Cloud &amp; App Monitoring</a:t>
            </a:r>
            <a:endParaRPr sz="1600">
              <a:solidFill>
                <a:schemeClr val="accen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9" name="Google Shape;309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 SemiBold"/>
                <a:ea typeface="Roboto Mono SemiBold"/>
                <a:cs typeface="Roboto Mono SemiBold"/>
                <a:sym typeface="Roboto Mono SemiBold"/>
              </a:rPr>
              <a:t>      Future Plan</a:t>
            </a:r>
            <a:endParaRPr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grpSp>
        <p:nvGrpSpPr>
          <p:cNvPr id="310" name="Google Shape;310;p38"/>
          <p:cNvGrpSpPr/>
          <p:nvPr/>
        </p:nvGrpSpPr>
        <p:grpSpPr>
          <a:xfrm>
            <a:off x="1131053" y="4351719"/>
            <a:ext cx="1583564" cy="1583564"/>
            <a:chOff x="3392700" y="-1198500"/>
            <a:chExt cx="2358600" cy="2358600"/>
          </a:xfrm>
        </p:grpSpPr>
        <p:sp>
          <p:nvSpPr>
            <p:cNvPr id="311" name="Google Shape;311;p38"/>
            <p:cNvSpPr/>
            <p:nvPr/>
          </p:nvSpPr>
          <p:spPr>
            <a:xfrm>
              <a:off x="3392700" y="-1198500"/>
              <a:ext cx="2358600" cy="2358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8"/>
            <p:cNvSpPr/>
            <p:nvPr/>
          </p:nvSpPr>
          <p:spPr>
            <a:xfrm>
              <a:off x="3608450" y="-982750"/>
              <a:ext cx="1927200" cy="19272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13" name="Google Shape;313;p38"/>
          <p:cNvCxnSpPr>
            <a:stCxn id="314" idx="3"/>
            <a:endCxn id="308" idx="2"/>
          </p:cNvCxnSpPr>
          <p:nvPr/>
        </p:nvCxnSpPr>
        <p:spPr>
          <a:xfrm rot="10800000" flipH="1">
            <a:off x="2810700" y="2749176"/>
            <a:ext cx="2027700" cy="3069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5" name="Google Shape;315;p38"/>
          <p:cNvCxnSpPr>
            <a:stCxn id="314" idx="3"/>
            <a:endCxn id="303" idx="0"/>
          </p:cNvCxnSpPr>
          <p:nvPr/>
        </p:nvCxnSpPr>
        <p:spPr>
          <a:xfrm>
            <a:off x="2810700" y="3055999"/>
            <a:ext cx="2027700" cy="4365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" name="Google Shape;316;p38"/>
          <p:cNvCxnSpPr>
            <a:stCxn id="314" idx="3"/>
            <a:endCxn id="301" idx="2"/>
          </p:cNvCxnSpPr>
          <p:nvPr/>
        </p:nvCxnSpPr>
        <p:spPr>
          <a:xfrm rot="10800000" flipH="1">
            <a:off x="2810800" y="2749176"/>
            <a:ext cx="4619400" cy="3069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38"/>
          <p:cNvCxnSpPr>
            <a:stCxn id="314" idx="3"/>
            <a:endCxn id="306" idx="0"/>
          </p:cNvCxnSpPr>
          <p:nvPr/>
        </p:nvCxnSpPr>
        <p:spPr>
          <a:xfrm>
            <a:off x="2810750" y="3056074"/>
            <a:ext cx="4580100" cy="4365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8" name="Google Shape;31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888" y="1489600"/>
            <a:ext cx="2505899" cy="29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3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0000" b="9992"/>
          <a:stretch/>
        </p:blipFill>
        <p:spPr>
          <a:xfrm>
            <a:off x="331050" y="315300"/>
            <a:ext cx="8481900" cy="4512898"/>
          </a:xfrm>
          <a:prstGeom prst="rect">
            <a:avLst/>
          </a:prstGeom>
        </p:spPr>
      </p:pic>
      <p:sp>
        <p:nvSpPr>
          <p:cNvPr id="324" name="Google Shape;324;p39"/>
          <p:cNvSpPr txBox="1">
            <a:spLocks noGrp="1"/>
          </p:cNvSpPr>
          <p:nvPr>
            <p:ph type="title"/>
          </p:nvPr>
        </p:nvSpPr>
        <p:spPr>
          <a:xfrm>
            <a:off x="1813200" y="1398150"/>
            <a:ext cx="5517600" cy="234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grpSp>
        <p:nvGrpSpPr>
          <p:cNvPr id="325" name="Google Shape;325;p39"/>
          <p:cNvGrpSpPr/>
          <p:nvPr/>
        </p:nvGrpSpPr>
        <p:grpSpPr>
          <a:xfrm>
            <a:off x="-906292" y="1665458"/>
            <a:ext cx="1812584" cy="1812584"/>
            <a:chOff x="3392700" y="-1198500"/>
            <a:chExt cx="2358600" cy="2358600"/>
          </a:xfrm>
        </p:grpSpPr>
        <p:sp>
          <p:nvSpPr>
            <p:cNvPr id="326" name="Google Shape;326;p39"/>
            <p:cNvSpPr/>
            <p:nvPr/>
          </p:nvSpPr>
          <p:spPr>
            <a:xfrm>
              <a:off x="3392700" y="-1198500"/>
              <a:ext cx="2358600" cy="235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9"/>
            <p:cNvSpPr/>
            <p:nvPr/>
          </p:nvSpPr>
          <p:spPr>
            <a:xfrm>
              <a:off x="3608450" y="-982750"/>
              <a:ext cx="1927200" cy="19272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8" name="Google Shape;328;p39"/>
          <p:cNvGrpSpPr/>
          <p:nvPr/>
        </p:nvGrpSpPr>
        <p:grpSpPr>
          <a:xfrm>
            <a:off x="8237708" y="1665458"/>
            <a:ext cx="1812584" cy="1812584"/>
            <a:chOff x="3392700" y="-1198500"/>
            <a:chExt cx="2358600" cy="2358600"/>
          </a:xfrm>
        </p:grpSpPr>
        <p:sp>
          <p:nvSpPr>
            <p:cNvPr id="329" name="Google Shape;329;p39"/>
            <p:cNvSpPr/>
            <p:nvPr/>
          </p:nvSpPr>
          <p:spPr>
            <a:xfrm>
              <a:off x="3392700" y="-1198500"/>
              <a:ext cx="2358600" cy="2358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9"/>
            <p:cNvSpPr/>
            <p:nvPr/>
          </p:nvSpPr>
          <p:spPr>
            <a:xfrm>
              <a:off x="3608450" y="-982750"/>
              <a:ext cx="1927200" cy="19272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appy Soil Conservation Day! by Slidesgo">
  <a:themeElements>
    <a:clrScheme name="Simple Light">
      <a:dk1>
        <a:srgbClr val="362A1B"/>
      </a:dk1>
      <a:lt1>
        <a:srgbClr val="EEF0EA"/>
      </a:lt1>
      <a:dk2>
        <a:srgbClr val="2D3C1F"/>
      </a:dk2>
      <a:lt2>
        <a:srgbClr val="727C57"/>
      </a:lt2>
      <a:accent1>
        <a:srgbClr val="FFFFFF"/>
      </a:accent1>
      <a:accent2>
        <a:srgbClr val="CEBA9F"/>
      </a:accent2>
      <a:accent3>
        <a:srgbClr val="66523A"/>
      </a:accent3>
      <a:accent4>
        <a:srgbClr val="795030"/>
      </a:accent4>
      <a:accent5>
        <a:srgbClr val="A25430"/>
      </a:accent5>
      <a:accent6>
        <a:srgbClr val="FFFFFF"/>
      </a:accent6>
      <a:hlink>
        <a:srgbClr val="362A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Office PowerPoint</Application>
  <PresentationFormat>On-screen Show (16:9)</PresentationFormat>
  <Paragraphs>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Anaheim</vt:lpstr>
      <vt:lpstr>Roboto Mono SemiBold</vt:lpstr>
      <vt:lpstr>Calibri</vt:lpstr>
      <vt:lpstr>Roboto Mono Medium</vt:lpstr>
      <vt:lpstr>PT Sans</vt:lpstr>
      <vt:lpstr>Bebas Neue</vt:lpstr>
      <vt:lpstr>Actor</vt:lpstr>
      <vt:lpstr>Roboto Mono</vt:lpstr>
      <vt:lpstr>Nunito Light</vt:lpstr>
      <vt:lpstr>Arial</vt:lpstr>
      <vt:lpstr>Cormorant Garamond</vt:lpstr>
      <vt:lpstr>Happy Soil Conservation Day! by Slidesgo</vt:lpstr>
      <vt:lpstr>Soil Testing and Smart Irrigation System</vt:lpstr>
      <vt:lpstr>03</vt:lpstr>
      <vt:lpstr>Objective</vt:lpstr>
      <vt:lpstr>Components Used </vt:lpstr>
      <vt:lpstr>PowerPoint Presentation</vt:lpstr>
      <vt:lpstr>Implementation Results </vt:lpstr>
      <vt:lpstr>Challenges &amp; Solutions</vt:lpstr>
      <vt:lpstr>      Future Plan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Soil Testing and Smart Irrigation System</dc:title>
  <dc:creator>Ulupi Barsha</dc:creator>
  <cp:lastModifiedBy>Ulupi Barsha</cp:lastModifiedBy>
  <cp:revision>1</cp:revision>
  <dcterms:modified xsi:type="dcterms:W3CDTF">2026-01-11T14:39:28Z</dcterms:modified>
</cp:coreProperties>
</file>